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5119350" cy="21383625"/>
  <p:notesSz cx="6858000" cy="9144000"/>
  <p:defaultTextStyle>
    <a:defPPr>
      <a:defRPr lang="en-US"/>
    </a:defPPr>
    <a:lvl1pPr marL="0" algn="l" defTabSz="1489832" rtl="0" eaLnBrk="1" latinLnBrk="0" hangingPunct="1">
      <a:defRPr sz="2933" kern="1200">
        <a:solidFill>
          <a:schemeClr val="tx1"/>
        </a:solidFill>
        <a:latin typeface="+mn-lt"/>
        <a:ea typeface="+mn-ea"/>
        <a:cs typeface="+mn-cs"/>
      </a:defRPr>
    </a:lvl1pPr>
    <a:lvl2pPr marL="744916" algn="l" defTabSz="1489832" rtl="0" eaLnBrk="1" latinLnBrk="0" hangingPunct="1">
      <a:defRPr sz="2933" kern="1200">
        <a:solidFill>
          <a:schemeClr val="tx1"/>
        </a:solidFill>
        <a:latin typeface="+mn-lt"/>
        <a:ea typeface="+mn-ea"/>
        <a:cs typeface="+mn-cs"/>
      </a:defRPr>
    </a:lvl2pPr>
    <a:lvl3pPr marL="1489832" algn="l" defTabSz="1489832" rtl="0" eaLnBrk="1" latinLnBrk="0" hangingPunct="1">
      <a:defRPr sz="2933" kern="1200">
        <a:solidFill>
          <a:schemeClr val="tx1"/>
        </a:solidFill>
        <a:latin typeface="+mn-lt"/>
        <a:ea typeface="+mn-ea"/>
        <a:cs typeface="+mn-cs"/>
      </a:defRPr>
    </a:lvl3pPr>
    <a:lvl4pPr marL="2234748" algn="l" defTabSz="1489832" rtl="0" eaLnBrk="1" latinLnBrk="0" hangingPunct="1">
      <a:defRPr sz="2933" kern="1200">
        <a:solidFill>
          <a:schemeClr val="tx1"/>
        </a:solidFill>
        <a:latin typeface="+mn-lt"/>
        <a:ea typeface="+mn-ea"/>
        <a:cs typeface="+mn-cs"/>
      </a:defRPr>
    </a:lvl4pPr>
    <a:lvl5pPr marL="2979664" algn="l" defTabSz="1489832" rtl="0" eaLnBrk="1" latinLnBrk="0" hangingPunct="1">
      <a:defRPr sz="2933" kern="1200">
        <a:solidFill>
          <a:schemeClr val="tx1"/>
        </a:solidFill>
        <a:latin typeface="+mn-lt"/>
        <a:ea typeface="+mn-ea"/>
        <a:cs typeface="+mn-cs"/>
      </a:defRPr>
    </a:lvl5pPr>
    <a:lvl6pPr marL="3724580" algn="l" defTabSz="1489832" rtl="0" eaLnBrk="1" latinLnBrk="0" hangingPunct="1">
      <a:defRPr sz="2933" kern="1200">
        <a:solidFill>
          <a:schemeClr val="tx1"/>
        </a:solidFill>
        <a:latin typeface="+mn-lt"/>
        <a:ea typeface="+mn-ea"/>
        <a:cs typeface="+mn-cs"/>
      </a:defRPr>
    </a:lvl6pPr>
    <a:lvl7pPr marL="4469496" algn="l" defTabSz="1489832" rtl="0" eaLnBrk="1" latinLnBrk="0" hangingPunct="1">
      <a:defRPr sz="2933" kern="1200">
        <a:solidFill>
          <a:schemeClr val="tx1"/>
        </a:solidFill>
        <a:latin typeface="+mn-lt"/>
        <a:ea typeface="+mn-ea"/>
        <a:cs typeface="+mn-cs"/>
      </a:defRPr>
    </a:lvl7pPr>
    <a:lvl8pPr marL="5214412" algn="l" defTabSz="1489832" rtl="0" eaLnBrk="1" latinLnBrk="0" hangingPunct="1">
      <a:defRPr sz="2933" kern="1200">
        <a:solidFill>
          <a:schemeClr val="tx1"/>
        </a:solidFill>
        <a:latin typeface="+mn-lt"/>
        <a:ea typeface="+mn-ea"/>
        <a:cs typeface="+mn-cs"/>
      </a:defRPr>
    </a:lvl8pPr>
    <a:lvl9pPr marL="5959328" algn="l" defTabSz="1489832" rtl="0" eaLnBrk="1" latinLnBrk="0" hangingPunct="1">
      <a:defRPr sz="293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9" d="100"/>
          <a:sy n="49" d="100"/>
        </p:scale>
        <p:origin x="64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D7807-0E85-C377-5545-69C3E90052A6}"/>
              </a:ext>
            </a:extLst>
          </p:cNvPr>
          <p:cNvSpPr>
            <a:spLocks noGrp="1"/>
          </p:cNvSpPr>
          <p:nvPr>
            <p:ph type="ctrTitle"/>
          </p:nvPr>
        </p:nvSpPr>
        <p:spPr>
          <a:xfrm>
            <a:off x="1889919" y="3499592"/>
            <a:ext cx="11339513" cy="7444669"/>
          </a:xfrm>
        </p:spPr>
        <p:txBody>
          <a:bodyPr anchor="b"/>
          <a:lstStyle>
            <a:lvl1pPr algn="ctr">
              <a:defRPr sz="4725"/>
            </a:lvl1pPr>
          </a:lstStyle>
          <a:p>
            <a:r>
              <a:rPr lang="en-US"/>
              <a:t>Click to edit Master title style</a:t>
            </a:r>
            <a:endParaRPr lang="en-GB"/>
          </a:p>
        </p:txBody>
      </p:sp>
      <p:sp>
        <p:nvSpPr>
          <p:cNvPr id="3" name="Subtitle 2">
            <a:extLst>
              <a:ext uri="{FF2B5EF4-FFF2-40B4-BE49-F238E27FC236}">
                <a16:creationId xmlns:a16="http://schemas.microsoft.com/office/drawing/2014/main" id="{66992727-F301-F3A2-1D89-5C99C592FA8C}"/>
              </a:ext>
            </a:extLst>
          </p:cNvPr>
          <p:cNvSpPr>
            <a:spLocks noGrp="1"/>
          </p:cNvSpPr>
          <p:nvPr>
            <p:ph type="subTitle" idx="1"/>
          </p:nvPr>
        </p:nvSpPr>
        <p:spPr>
          <a:xfrm>
            <a:off x="1889919" y="11231354"/>
            <a:ext cx="11339513" cy="5162758"/>
          </a:xfrm>
        </p:spPr>
        <p:txBody>
          <a:bodyPr/>
          <a:lstStyle>
            <a:lvl1pPr marL="0" indent="0" algn="ctr">
              <a:buNone/>
              <a:defRPr sz="1890"/>
            </a:lvl1pPr>
            <a:lvl2pPr marL="360045" indent="0" algn="ctr">
              <a:buNone/>
              <a:defRPr sz="1575"/>
            </a:lvl2pPr>
            <a:lvl3pPr marL="720090" indent="0" algn="ctr">
              <a:buNone/>
              <a:defRPr sz="1418"/>
            </a:lvl3pPr>
            <a:lvl4pPr marL="1080135" indent="0" algn="ctr">
              <a:buNone/>
              <a:defRPr sz="1260"/>
            </a:lvl4pPr>
            <a:lvl5pPr marL="1440180" indent="0" algn="ctr">
              <a:buNone/>
              <a:defRPr sz="1260"/>
            </a:lvl5pPr>
            <a:lvl6pPr marL="1800225" indent="0" algn="ctr">
              <a:buNone/>
              <a:defRPr sz="1260"/>
            </a:lvl6pPr>
            <a:lvl7pPr marL="2160270" indent="0" algn="ctr">
              <a:buNone/>
              <a:defRPr sz="1260"/>
            </a:lvl7pPr>
            <a:lvl8pPr marL="2520315" indent="0" algn="ctr">
              <a:buNone/>
              <a:defRPr sz="1260"/>
            </a:lvl8pPr>
            <a:lvl9pPr marL="2880360" indent="0" algn="ctr">
              <a:buNone/>
              <a:defRPr sz="126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322D930-767E-E591-B7C5-0A5033620A40}"/>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5" name="Footer Placeholder 4">
            <a:extLst>
              <a:ext uri="{FF2B5EF4-FFF2-40B4-BE49-F238E27FC236}">
                <a16:creationId xmlns:a16="http://schemas.microsoft.com/office/drawing/2014/main" id="{3F99CD54-716C-8850-EF98-6F67559DB5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5A70FA1-5CA2-BC18-2B72-7981F185493B}"/>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1004524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1AFF5-C2EA-B26B-1C3A-A97F242360A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7AF97A-C5C3-E05D-2A20-32B7341BBB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A1AF6C-9B5A-7E4F-EE5F-E7CF25CCDAC5}"/>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5" name="Footer Placeholder 4">
            <a:extLst>
              <a:ext uri="{FF2B5EF4-FFF2-40B4-BE49-F238E27FC236}">
                <a16:creationId xmlns:a16="http://schemas.microsoft.com/office/drawing/2014/main" id="{20E7232F-6978-1749-A8C0-BA8DA50BC8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3D39DF-7A7C-9C42-2D42-2D452DC41B07}"/>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759670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51EDE-2D12-A729-C55E-98CACC66FC77}"/>
              </a:ext>
            </a:extLst>
          </p:cNvPr>
          <p:cNvSpPr>
            <a:spLocks noGrp="1"/>
          </p:cNvSpPr>
          <p:nvPr>
            <p:ph type="title"/>
          </p:nvPr>
        </p:nvSpPr>
        <p:spPr>
          <a:xfrm>
            <a:off x="1031582" y="5331061"/>
            <a:ext cx="13040439" cy="8894992"/>
          </a:xfrm>
        </p:spPr>
        <p:txBody>
          <a:bodyPr anchor="b"/>
          <a:lstStyle>
            <a:lvl1pPr>
              <a:defRPr sz="4725"/>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8628A2F-C846-7DF1-6F0C-80DEB2827653}"/>
              </a:ext>
            </a:extLst>
          </p:cNvPr>
          <p:cNvSpPr>
            <a:spLocks noGrp="1"/>
          </p:cNvSpPr>
          <p:nvPr>
            <p:ph type="body" idx="1"/>
          </p:nvPr>
        </p:nvSpPr>
        <p:spPr>
          <a:xfrm>
            <a:off x="1031582" y="14310204"/>
            <a:ext cx="13040439" cy="4677666"/>
          </a:xfrm>
        </p:spPr>
        <p:txBody>
          <a:bodyPr/>
          <a:lstStyle>
            <a:lvl1pPr marL="0" indent="0">
              <a:buNone/>
              <a:defRPr sz="1890">
                <a:solidFill>
                  <a:schemeClr val="tx1">
                    <a:tint val="82000"/>
                  </a:schemeClr>
                </a:solidFill>
              </a:defRPr>
            </a:lvl1pPr>
            <a:lvl2pPr marL="360045" indent="0">
              <a:buNone/>
              <a:defRPr sz="1575">
                <a:solidFill>
                  <a:schemeClr val="tx1">
                    <a:tint val="82000"/>
                  </a:schemeClr>
                </a:solidFill>
              </a:defRPr>
            </a:lvl2pPr>
            <a:lvl3pPr marL="720090" indent="0">
              <a:buNone/>
              <a:defRPr sz="1418">
                <a:solidFill>
                  <a:schemeClr val="tx1">
                    <a:tint val="82000"/>
                  </a:schemeClr>
                </a:solidFill>
              </a:defRPr>
            </a:lvl3pPr>
            <a:lvl4pPr marL="1080135" indent="0">
              <a:buNone/>
              <a:defRPr sz="1260">
                <a:solidFill>
                  <a:schemeClr val="tx1">
                    <a:tint val="82000"/>
                  </a:schemeClr>
                </a:solidFill>
              </a:defRPr>
            </a:lvl4pPr>
            <a:lvl5pPr marL="1440180" indent="0">
              <a:buNone/>
              <a:defRPr sz="1260">
                <a:solidFill>
                  <a:schemeClr val="tx1">
                    <a:tint val="82000"/>
                  </a:schemeClr>
                </a:solidFill>
              </a:defRPr>
            </a:lvl5pPr>
            <a:lvl6pPr marL="1800225" indent="0">
              <a:buNone/>
              <a:defRPr sz="1260">
                <a:solidFill>
                  <a:schemeClr val="tx1">
                    <a:tint val="82000"/>
                  </a:schemeClr>
                </a:solidFill>
              </a:defRPr>
            </a:lvl6pPr>
            <a:lvl7pPr marL="2160270" indent="0">
              <a:buNone/>
              <a:defRPr sz="1260">
                <a:solidFill>
                  <a:schemeClr val="tx1">
                    <a:tint val="82000"/>
                  </a:schemeClr>
                </a:solidFill>
              </a:defRPr>
            </a:lvl7pPr>
            <a:lvl8pPr marL="2520315" indent="0">
              <a:buNone/>
              <a:defRPr sz="1260">
                <a:solidFill>
                  <a:schemeClr val="tx1">
                    <a:tint val="82000"/>
                  </a:schemeClr>
                </a:solidFill>
              </a:defRPr>
            </a:lvl8pPr>
            <a:lvl9pPr marL="2880360" indent="0">
              <a:buNone/>
              <a:defRPr sz="126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9BA5BF-9718-881F-4ADD-65392EB1EABA}"/>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5" name="Footer Placeholder 4">
            <a:extLst>
              <a:ext uri="{FF2B5EF4-FFF2-40B4-BE49-F238E27FC236}">
                <a16:creationId xmlns:a16="http://schemas.microsoft.com/office/drawing/2014/main" id="{AA12F668-E0AD-2D95-CF5A-9725046759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5B31C9-4740-32DB-1071-01F4FF57DC7B}"/>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1604414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66C38-B5B6-A2A9-F685-5BA9EBBFF83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E17E5B-A3DC-E52A-9323-72C30EBC2B4E}"/>
              </a:ext>
            </a:extLst>
          </p:cNvPr>
          <p:cNvSpPr>
            <a:spLocks noGrp="1"/>
          </p:cNvSpPr>
          <p:nvPr>
            <p:ph sz="half" idx="1"/>
          </p:nvPr>
        </p:nvSpPr>
        <p:spPr>
          <a:xfrm>
            <a:off x="1039456" y="5692400"/>
            <a:ext cx="6425724"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255D653-C3FA-7C64-021B-89AE165B8B42}"/>
              </a:ext>
            </a:extLst>
          </p:cNvPr>
          <p:cNvSpPr>
            <a:spLocks noGrp="1"/>
          </p:cNvSpPr>
          <p:nvPr>
            <p:ph sz="half" idx="2"/>
          </p:nvPr>
        </p:nvSpPr>
        <p:spPr>
          <a:xfrm>
            <a:off x="7654172" y="5692400"/>
            <a:ext cx="6425724"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70D3C73-080B-4EB1-F1B1-CC2D378D430E}"/>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6" name="Footer Placeholder 5">
            <a:extLst>
              <a:ext uri="{FF2B5EF4-FFF2-40B4-BE49-F238E27FC236}">
                <a16:creationId xmlns:a16="http://schemas.microsoft.com/office/drawing/2014/main" id="{85768FD4-4754-2A96-5B99-32EB9A9C040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0F2B9C8-3F0D-4D27-DDC6-960C8BD771CC}"/>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3405478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7D78F-4D53-136E-2444-4F2DF5DF544A}"/>
              </a:ext>
            </a:extLst>
          </p:cNvPr>
          <p:cNvSpPr>
            <a:spLocks noGrp="1"/>
          </p:cNvSpPr>
          <p:nvPr>
            <p:ph type="title"/>
          </p:nvPr>
        </p:nvSpPr>
        <p:spPr>
          <a:xfrm>
            <a:off x="1041425" y="1138482"/>
            <a:ext cx="13040439" cy="4133179"/>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7CD5A08-E723-BBAD-7172-5A7F5CCFA92E}"/>
              </a:ext>
            </a:extLst>
          </p:cNvPr>
          <p:cNvSpPr>
            <a:spLocks noGrp="1"/>
          </p:cNvSpPr>
          <p:nvPr>
            <p:ph type="body" idx="1"/>
          </p:nvPr>
        </p:nvSpPr>
        <p:spPr>
          <a:xfrm>
            <a:off x="1041427" y="5241961"/>
            <a:ext cx="6396193" cy="2569003"/>
          </a:xfrm>
        </p:spPr>
        <p:txBody>
          <a:bodyPr anchor="b"/>
          <a:lstStyle>
            <a:lvl1pPr marL="0" indent="0">
              <a:buNone/>
              <a:defRPr sz="1890" b="1"/>
            </a:lvl1pPr>
            <a:lvl2pPr marL="360045" indent="0">
              <a:buNone/>
              <a:defRPr sz="1575" b="1"/>
            </a:lvl2pPr>
            <a:lvl3pPr marL="720090" indent="0">
              <a:buNone/>
              <a:defRPr sz="1418" b="1"/>
            </a:lvl3pPr>
            <a:lvl4pPr marL="1080135" indent="0">
              <a:buNone/>
              <a:defRPr sz="1260" b="1"/>
            </a:lvl4pPr>
            <a:lvl5pPr marL="1440180" indent="0">
              <a:buNone/>
              <a:defRPr sz="1260" b="1"/>
            </a:lvl5pPr>
            <a:lvl6pPr marL="1800225" indent="0">
              <a:buNone/>
              <a:defRPr sz="1260" b="1"/>
            </a:lvl6pPr>
            <a:lvl7pPr marL="2160270" indent="0">
              <a:buNone/>
              <a:defRPr sz="1260" b="1"/>
            </a:lvl7pPr>
            <a:lvl8pPr marL="2520315" indent="0">
              <a:buNone/>
              <a:defRPr sz="1260" b="1"/>
            </a:lvl8pPr>
            <a:lvl9pPr marL="2880360" indent="0">
              <a:buNone/>
              <a:defRPr sz="1260" b="1"/>
            </a:lvl9pPr>
          </a:lstStyle>
          <a:p>
            <a:pPr lvl="0"/>
            <a:r>
              <a:rPr lang="en-US"/>
              <a:t>Click to edit Master text styles</a:t>
            </a:r>
          </a:p>
        </p:txBody>
      </p:sp>
      <p:sp>
        <p:nvSpPr>
          <p:cNvPr id="4" name="Content Placeholder 3">
            <a:extLst>
              <a:ext uri="{FF2B5EF4-FFF2-40B4-BE49-F238E27FC236}">
                <a16:creationId xmlns:a16="http://schemas.microsoft.com/office/drawing/2014/main" id="{04A214FE-86C7-2A68-6E36-1115EC283875}"/>
              </a:ext>
            </a:extLst>
          </p:cNvPr>
          <p:cNvSpPr>
            <a:spLocks noGrp="1"/>
          </p:cNvSpPr>
          <p:nvPr>
            <p:ph sz="half" idx="2"/>
          </p:nvPr>
        </p:nvSpPr>
        <p:spPr>
          <a:xfrm>
            <a:off x="1041427" y="7810963"/>
            <a:ext cx="6396193" cy="114887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641D57C-499A-8195-5043-E4849AF1BE3A}"/>
              </a:ext>
            </a:extLst>
          </p:cNvPr>
          <p:cNvSpPr>
            <a:spLocks noGrp="1"/>
          </p:cNvSpPr>
          <p:nvPr>
            <p:ph type="body" sz="quarter" idx="3"/>
          </p:nvPr>
        </p:nvSpPr>
        <p:spPr>
          <a:xfrm>
            <a:off x="7654171" y="5241961"/>
            <a:ext cx="6427694" cy="2569003"/>
          </a:xfrm>
        </p:spPr>
        <p:txBody>
          <a:bodyPr anchor="b"/>
          <a:lstStyle>
            <a:lvl1pPr marL="0" indent="0">
              <a:buNone/>
              <a:defRPr sz="1890" b="1"/>
            </a:lvl1pPr>
            <a:lvl2pPr marL="360045" indent="0">
              <a:buNone/>
              <a:defRPr sz="1575" b="1"/>
            </a:lvl2pPr>
            <a:lvl3pPr marL="720090" indent="0">
              <a:buNone/>
              <a:defRPr sz="1418" b="1"/>
            </a:lvl3pPr>
            <a:lvl4pPr marL="1080135" indent="0">
              <a:buNone/>
              <a:defRPr sz="1260" b="1"/>
            </a:lvl4pPr>
            <a:lvl5pPr marL="1440180" indent="0">
              <a:buNone/>
              <a:defRPr sz="1260" b="1"/>
            </a:lvl5pPr>
            <a:lvl6pPr marL="1800225" indent="0">
              <a:buNone/>
              <a:defRPr sz="1260" b="1"/>
            </a:lvl6pPr>
            <a:lvl7pPr marL="2160270" indent="0">
              <a:buNone/>
              <a:defRPr sz="1260" b="1"/>
            </a:lvl7pPr>
            <a:lvl8pPr marL="2520315" indent="0">
              <a:buNone/>
              <a:defRPr sz="1260" b="1"/>
            </a:lvl8pPr>
            <a:lvl9pPr marL="2880360" indent="0">
              <a:buNone/>
              <a:defRPr sz="1260" b="1"/>
            </a:lvl9pPr>
          </a:lstStyle>
          <a:p>
            <a:pPr lvl="0"/>
            <a:r>
              <a:rPr lang="en-US"/>
              <a:t>Click to edit Master text styles</a:t>
            </a:r>
          </a:p>
        </p:txBody>
      </p:sp>
      <p:sp>
        <p:nvSpPr>
          <p:cNvPr id="6" name="Content Placeholder 5">
            <a:extLst>
              <a:ext uri="{FF2B5EF4-FFF2-40B4-BE49-F238E27FC236}">
                <a16:creationId xmlns:a16="http://schemas.microsoft.com/office/drawing/2014/main" id="{D951D69F-3D2B-76CE-50F5-942E379B6D31}"/>
              </a:ext>
            </a:extLst>
          </p:cNvPr>
          <p:cNvSpPr>
            <a:spLocks noGrp="1"/>
          </p:cNvSpPr>
          <p:nvPr>
            <p:ph sz="quarter" idx="4"/>
          </p:nvPr>
        </p:nvSpPr>
        <p:spPr>
          <a:xfrm>
            <a:off x="7654171" y="7810963"/>
            <a:ext cx="6427694" cy="114887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90FD99B-C078-5FE5-C0CD-1CF9806DF5CD}"/>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8" name="Footer Placeholder 7">
            <a:extLst>
              <a:ext uri="{FF2B5EF4-FFF2-40B4-BE49-F238E27FC236}">
                <a16:creationId xmlns:a16="http://schemas.microsoft.com/office/drawing/2014/main" id="{937D52FC-D2AE-03A9-B6CA-83782ACFBE2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F35DBBD-D207-9A39-810A-7CC5C3D2DCA0}"/>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3624829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946F0-AF48-5E32-F651-7CF4691ADF4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07B1548-9217-3C1F-E405-77F6575A14BC}"/>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4" name="Footer Placeholder 3">
            <a:extLst>
              <a:ext uri="{FF2B5EF4-FFF2-40B4-BE49-F238E27FC236}">
                <a16:creationId xmlns:a16="http://schemas.microsoft.com/office/drawing/2014/main" id="{4505716E-ECFF-B662-FC5A-A7E0A3C8D90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40D7C05-0D5C-98DF-2B0E-3CF98CF0B478}"/>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1825458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A09C8F-17F7-A368-B412-CC4BB85340FA}"/>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3" name="Footer Placeholder 2">
            <a:extLst>
              <a:ext uri="{FF2B5EF4-FFF2-40B4-BE49-F238E27FC236}">
                <a16:creationId xmlns:a16="http://schemas.microsoft.com/office/drawing/2014/main" id="{276A4DE3-BF56-2C2A-E9E0-176EDF390BE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2524595-8892-D9C9-5F85-E081BD0039B9}"/>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2139944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5EF62-22A8-7A3E-21F7-9FC82E7D5186}"/>
              </a:ext>
            </a:extLst>
          </p:cNvPr>
          <p:cNvSpPr>
            <a:spLocks noGrp="1"/>
          </p:cNvSpPr>
          <p:nvPr>
            <p:ph type="title"/>
          </p:nvPr>
        </p:nvSpPr>
        <p:spPr>
          <a:xfrm>
            <a:off x="1041425" y="1425575"/>
            <a:ext cx="4876384" cy="4989513"/>
          </a:xfrm>
        </p:spPr>
        <p:txBody>
          <a:bodyPr anchor="b"/>
          <a:lstStyle>
            <a:lvl1pPr>
              <a:defRPr sz="252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4DDC4F1-6D42-A46E-0D47-E15C26E71ECC}"/>
              </a:ext>
            </a:extLst>
          </p:cNvPr>
          <p:cNvSpPr>
            <a:spLocks noGrp="1"/>
          </p:cNvSpPr>
          <p:nvPr>
            <p:ph idx="1"/>
          </p:nvPr>
        </p:nvSpPr>
        <p:spPr>
          <a:xfrm>
            <a:off x="6427692" y="3078848"/>
            <a:ext cx="7654172" cy="15196233"/>
          </a:xfrm>
        </p:spPr>
        <p:txBody>
          <a:bodyPr/>
          <a:lstStyle>
            <a:lvl1pPr>
              <a:defRPr sz="2520"/>
            </a:lvl1pPr>
            <a:lvl2pPr>
              <a:defRPr sz="2205"/>
            </a:lvl2pPr>
            <a:lvl3pPr>
              <a:defRPr sz="1890"/>
            </a:lvl3pPr>
            <a:lvl4pPr>
              <a:defRPr sz="1575"/>
            </a:lvl4pPr>
            <a:lvl5pPr>
              <a:defRPr sz="1575"/>
            </a:lvl5pPr>
            <a:lvl6pPr>
              <a:defRPr sz="1575"/>
            </a:lvl6pPr>
            <a:lvl7pPr>
              <a:defRPr sz="1575"/>
            </a:lvl7pPr>
            <a:lvl8pPr>
              <a:defRPr sz="1575"/>
            </a:lvl8pPr>
            <a:lvl9pPr>
              <a:defRPr sz="15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4394444-1C87-9E21-2060-71D96721E11D}"/>
              </a:ext>
            </a:extLst>
          </p:cNvPr>
          <p:cNvSpPr>
            <a:spLocks noGrp="1"/>
          </p:cNvSpPr>
          <p:nvPr>
            <p:ph type="body" sz="half" idx="2"/>
          </p:nvPr>
        </p:nvSpPr>
        <p:spPr>
          <a:xfrm>
            <a:off x="1041425" y="6415087"/>
            <a:ext cx="4876384" cy="11884743"/>
          </a:xfrm>
        </p:spPr>
        <p:txBody>
          <a:bodyPr/>
          <a:lstStyle>
            <a:lvl1pPr marL="0" indent="0">
              <a:buNone/>
              <a:defRPr sz="1260"/>
            </a:lvl1pPr>
            <a:lvl2pPr marL="360045" indent="0">
              <a:buNone/>
              <a:defRPr sz="1103"/>
            </a:lvl2pPr>
            <a:lvl3pPr marL="720090" indent="0">
              <a:buNone/>
              <a:defRPr sz="945"/>
            </a:lvl3pPr>
            <a:lvl4pPr marL="1080135" indent="0">
              <a:buNone/>
              <a:defRPr sz="788"/>
            </a:lvl4pPr>
            <a:lvl5pPr marL="1440180" indent="0">
              <a:buNone/>
              <a:defRPr sz="788"/>
            </a:lvl5pPr>
            <a:lvl6pPr marL="1800225" indent="0">
              <a:buNone/>
              <a:defRPr sz="788"/>
            </a:lvl6pPr>
            <a:lvl7pPr marL="2160270" indent="0">
              <a:buNone/>
              <a:defRPr sz="788"/>
            </a:lvl7pPr>
            <a:lvl8pPr marL="2520315" indent="0">
              <a:buNone/>
              <a:defRPr sz="788"/>
            </a:lvl8pPr>
            <a:lvl9pPr marL="2880360" indent="0">
              <a:buNone/>
              <a:defRPr sz="788"/>
            </a:lvl9pPr>
          </a:lstStyle>
          <a:p>
            <a:pPr lvl="0"/>
            <a:r>
              <a:rPr lang="en-US"/>
              <a:t>Click to edit Master text styles</a:t>
            </a:r>
          </a:p>
        </p:txBody>
      </p:sp>
      <p:sp>
        <p:nvSpPr>
          <p:cNvPr id="5" name="Date Placeholder 4">
            <a:extLst>
              <a:ext uri="{FF2B5EF4-FFF2-40B4-BE49-F238E27FC236}">
                <a16:creationId xmlns:a16="http://schemas.microsoft.com/office/drawing/2014/main" id="{44CCB22F-DD4B-15EB-7174-3252C7840D2A}"/>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6" name="Footer Placeholder 5">
            <a:extLst>
              <a:ext uri="{FF2B5EF4-FFF2-40B4-BE49-F238E27FC236}">
                <a16:creationId xmlns:a16="http://schemas.microsoft.com/office/drawing/2014/main" id="{F77D6EEB-8619-643F-72D9-1E6C6C8A6D2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96B187F-D8BB-BDBF-57EA-438DD630D131}"/>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404903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F02B9-F747-608D-33EB-96305E5800EE}"/>
              </a:ext>
            </a:extLst>
          </p:cNvPr>
          <p:cNvSpPr>
            <a:spLocks noGrp="1"/>
          </p:cNvSpPr>
          <p:nvPr>
            <p:ph type="title"/>
          </p:nvPr>
        </p:nvSpPr>
        <p:spPr>
          <a:xfrm>
            <a:off x="1041425" y="1425575"/>
            <a:ext cx="4876384" cy="4989513"/>
          </a:xfrm>
        </p:spPr>
        <p:txBody>
          <a:bodyPr anchor="b"/>
          <a:lstStyle>
            <a:lvl1pPr>
              <a:defRPr sz="252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456DDA9-1F72-452C-F074-F1A89BBBE184}"/>
              </a:ext>
            </a:extLst>
          </p:cNvPr>
          <p:cNvSpPr>
            <a:spLocks noGrp="1"/>
          </p:cNvSpPr>
          <p:nvPr>
            <p:ph type="pic" idx="1"/>
          </p:nvPr>
        </p:nvSpPr>
        <p:spPr>
          <a:xfrm>
            <a:off x="6427692" y="3078848"/>
            <a:ext cx="7654172" cy="15196233"/>
          </a:xfrm>
        </p:spPr>
        <p:txBody>
          <a:bodyPr/>
          <a:lstStyle>
            <a:lvl1pPr marL="0" indent="0">
              <a:buNone/>
              <a:defRPr sz="2520"/>
            </a:lvl1pPr>
            <a:lvl2pPr marL="360045" indent="0">
              <a:buNone/>
              <a:defRPr sz="2205"/>
            </a:lvl2pPr>
            <a:lvl3pPr marL="720090" indent="0">
              <a:buNone/>
              <a:defRPr sz="1890"/>
            </a:lvl3pPr>
            <a:lvl4pPr marL="1080135" indent="0">
              <a:buNone/>
              <a:defRPr sz="1575"/>
            </a:lvl4pPr>
            <a:lvl5pPr marL="1440180" indent="0">
              <a:buNone/>
              <a:defRPr sz="1575"/>
            </a:lvl5pPr>
            <a:lvl6pPr marL="1800225" indent="0">
              <a:buNone/>
              <a:defRPr sz="1575"/>
            </a:lvl6pPr>
            <a:lvl7pPr marL="2160270" indent="0">
              <a:buNone/>
              <a:defRPr sz="1575"/>
            </a:lvl7pPr>
            <a:lvl8pPr marL="2520315" indent="0">
              <a:buNone/>
              <a:defRPr sz="1575"/>
            </a:lvl8pPr>
            <a:lvl9pPr marL="2880360" indent="0">
              <a:buNone/>
              <a:defRPr sz="1575"/>
            </a:lvl9pPr>
          </a:lstStyle>
          <a:p>
            <a:endParaRPr lang="en-GB"/>
          </a:p>
        </p:txBody>
      </p:sp>
      <p:sp>
        <p:nvSpPr>
          <p:cNvPr id="4" name="Text Placeholder 3">
            <a:extLst>
              <a:ext uri="{FF2B5EF4-FFF2-40B4-BE49-F238E27FC236}">
                <a16:creationId xmlns:a16="http://schemas.microsoft.com/office/drawing/2014/main" id="{9717C1A2-E9D3-906E-608E-5AC358B7E9D1}"/>
              </a:ext>
            </a:extLst>
          </p:cNvPr>
          <p:cNvSpPr>
            <a:spLocks noGrp="1"/>
          </p:cNvSpPr>
          <p:nvPr>
            <p:ph type="body" sz="half" idx="2"/>
          </p:nvPr>
        </p:nvSpPr>
        <p:spPr>
          <a:xfrm>
            <a:off x="1041425" y="6415087"/>
            <a:ext cx="4876384" cy="11884743"/>
          </a:xfrm>
        </p:spPr>
        <p:txBody>
          <a:bodyPr/>
          <a:lstStyle>
            <a:lvl1pPr marL="0" indent="0">
              <a:buNone/>
              <a:defRPr sz="1260"/>
            </a:lvl1pPr>
            <a:lvl2pPr marL="360045" indent="0">
              <a:buNone/>
              <a:defRPr sz="1103"/>
            </a:lvl2pPr>
            <a:lvl3pPr marL="720090" indent="0">
              <a:buNone/>
              <a:defRPr sz="945"/>
            </a:lvl3pPr>
            <a:lvl4pPr marL="1080135" indent="0">
              <a:buNone/>
              <a:defRPr sz="788"/>
            </a:lvl4pPr>
            <a:lvl5pPr marL="1440180" indent="0">
              <a:buNone/>
              <a:defRPr sz="788"/>
            </a:lvl5pPr>
            <a:lvl6pPr marL="1800225" indent="0">
              <a:buNone/>
              <a:defRPr sz="788"/>
            </a:lvl6pPr>
            <a:lvl7pPr marL="2160270" indent="0">
              <a:buNone/>
              <a:defRPr sz="788"/>
            </a:lvl7pPr>
            <a:lvl8pPr marL="2520315" indent="0">
              <a:buNone/>
              <a:defRPr sz="788"/>
            </a:lvl8pPr>
            <a:lvl9pPr marL="2880360" indent="0">
              <a:buNone/>
              <a:defRPr sz="788"/>
            </a:lvl9pPr>
          </a:lstStyle>
          <a:p>
            <a:pPr lvl="0"/>
            <a:r>
              <a:rPr lang="en-US"/>
              <a:t>Click to edit Master text styles</a:t>
            </a:r>
          </a:p>
        </p:txBody>
      </p:sp>
      <p:sp>
        <p:nvSpPr>
          <p:cNvPr id="5" name="Date Placeholder 4">
            <a:extLst>
              <a:ext uri="{FF2B5EF4-FFF2-40B4-BE49-F238E27FC236}">
                <a16:creationId xmlns:a16="http://schemas.microsoft.com/office/drawing/2014/main" id="{E719990F-00F5-9EAE-DFCC-F49A34FE8BB9}"/>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6" name="Footer Placeholder 5">
            <a:extLst>
              <a:ext uri="{FF2B5EF4-FFF2-40B4-BE49-F238E27FC236}">
                <a16:creationId xmlns:a16="http://schemas.microsoft.com/office/drawing/2014/main" id="{A42A2C99-2CCE-EB06-6777-22489263D6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08F4E3C-43B4-149C-D1C9-27B78A7223AC}"/>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4103587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8DFA5-883E-A7FA-02A4-4FFA0E9230F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C80E638-4631-40B8-2675-1C9038AA05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D7EA9D-B571-D1D0-7D85-9B599CF1C2B6}"/>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5" name="Footer Placeholder 4">
            <a:extLst>
              <a:ext uri="{FF2B5EF4-FFF2-40B4-BE49-F238E27FC236}">
                <a16:creationId xmlns:a16="http://schemas.microsoft.com/office/drawing/2014/main" id="{471BF1DE-7927-60DF-01C3-2A5A4908EF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6D3C88-37DB-C99E-D993-BFF0C340B84B}"/>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1578222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F7ABF9-EC95-8F9D-E29B-B8E76A041456}"/>
              </a:ext>
            </a:extLst>
          </p:cNvPr>
          <p:cNvSpPr>
            <a:spLocks noGrp="1"/>
          </p:cNvSpPr>
          <p:nvPr>
            <p:ph type="title" orient="vert"/>
          </p:nvPr>
        </p:nvSpPr>
        <p:spPr>
          <a:xfrm>
            <a:off x="10819786" y="1138481"/>
            <a:ext cx="3260110" cy="18121633"/>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3F0A619-24CA-1964-3FF2-DF84ED8D8C4F}"/>
              </a:ext>
            </a:extLst>
          </p:cNvPr>
          <p:cNvSpPr>
            <a:spLocks noGrp="1"/>
          </p:cNvSpPr>
          <p:nvPr>
            <p:ph type="body" orient="vert" idx="1"/>
          </p:nvPr>
        </p:nvSpPr>
        <p:spPr>
          <a:xfrm>
            <a:off x="1039457" y="1138481"/>
            <a:ext cx="9591337" cy="181216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C661B1-F4B0-B3E0-1DE2-95D0565DEDB7}"/>
              </a:ext>
            </a:extLst>
          </p:cNvPr>
          <p:cNvSpPr>
            <a:spLocks noGrp="1"/>
          </p:cNvSpPr>
          <p:nvPr>
            <p:ph type="dt" sz="half" idx="10"/>
          </p:nvPr>
        </p:nvSpPr>
        <p:spPr/>
        <p:txBody>
          <a:bodyPr/>
          <a:lstStyle/>
          <a:p>
            <a:fld id="{2F203B3E-B53B-46D0-941F-66BD0CE762F2}" type="datetimeFigureOut">
              <a:rPr lang="en-GB" smtClean="0"/>
              <a:t>13/03/2026</a:t>
            </a:fld>
            <a:endParaRPr lang="en-GB"/>
          </a:p>
        </p:txBody>
      </p:sp>
      <p:sp>
        <p:nvSpPr>
          <p:cNvPr id="5" name="Footer Placeholder 4">
            <a:extLst>
              <a:ext uri="{FF2B5EF4-FFF2-40B4-BE49-F238E27FC236}">
                <a16:creationId xmlns:a16="http://schemas.microsoft.com/office/drawing/2014/main" id="{2077873F-23E3-D7D6-937D-01A3BEF26C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E4FF3B-FC1C-7D78-815F-9B280867162F}"/>
              </a:ext>
            </a:extLst>
          </p:cNvPr>
          <p:cNvSpPr>
            <a:spLocks noGrp="1"/>
          </p:cNvSpPr>
          <p:nvPr>
            <p:ph type="sldNum" sz="quarter" idx="12"/>
          </p:nvPr>
        </p:nvSpPr>
        <p:spPr/>
        <p:txBody>
          <a:bodyPr/>
          <a:lstStyle/>
          <a:p>
            <a:fld id="{E1B668CB-675C-45A9-9F35-976624BFDA54}" type="slidenum">
              <a:rPr lang="en-GB" smtClean="0"/>
              <a:t>‹#›</a:t>
            </a:fld>
            <a:endParaRPr lang="en-GB"/>
          </a:p>
        </p:txBody>
      </p:sp>
    </p:spTree>
    <p:extLst>
      <p:ext uri="{BB962C8B-B14F-4D97-AF65-F5344CB8AC3E}">
        <p14:creationId xmlns:p14="http://schemas.microsoft.com/office/powerpoint/2010/main" val="1038426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3DD28C-1CA9-C8CE-62CE-8D5D02B20E4C}"/>
              </a:ext>
            </a:extLst>
          </p:cNvPr>
          <p:cNvSpPr>
            <a:spLocks noGrp="1"/>
          </p:cNvSpPr>
          <p:nvPr>
            <p:ph type="title"/>
          </p:nvPr>
        </p:nvSpPr>
        <p:spPr>
          <a:xfrm>
            <a:off x="1039457" y="1138482"/>
            <a:ext cx="13040439" cy="4133179"/>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FF96C2-C7C5-CE36-128D-9CD944AD88F0}"/>
              </a:ext>
            </a:extLst>
          </p:cNvPr>
          <p:cNvSpPr>
            <a:spLocks noGrp="1"/>
          </p:cNvSpPr>
          <p:nvPr>
            <p:ph type="body" idx="1"/>
          </p:nvPr>
        </p:nvSpPr>
        <p:spPr>
          <a:xfrm>
            <a:off x="1039457" y="5692400"/>
            <a:ext cx="13040439"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201C26E-DFA9-99AB-F62A-7EE37F9B99AA}"/>
              </a:ext>
            </a:extLst>
          </p:cNvPr>
          <p:cNvSpPr>
            <a:spLocks noGrp="1"/>
          </p:cNvSpPr>
          <p:nvPr>
            <p:ph type="dt" sz="half" idx="2"/>
          </p:nvPr>
        </p:nvSpPr>
        <p:spPr>
          <a:xfrm>
            <a:off x="1039456" y="19819454"/>
            <a:ext cx="3401854" cy="1138481"/>
          </a:xfrm>
          <a:prstGeom prst="rect">
            <a:avLst/>
          </a:prstGeom>
        </p:spPr>
        <p:txBody>
          <a:bodyPr vert="horz" lIns="91440" tIns="45720" rIns="91440" bIns="45720" rtlCol="0" anchor="ctr"/>
          <a:lstStyle>
            <a:lvl1pPr algn="l">
              <a:defRPr sz="945">
                <a:solidFill>
                  <a:schemeClr val="tx1">
                    <a:tint val="82000"/>
                  </a:schemeClr>
                </a:solidFill>
              </a:defRPr>
            </a:lvl1pPr>
          </a:lstStyle>
          <a:p>
            <a:fld id="{2F203B3E-B53B-46D0-941F-66BD0CE762F2}" type="datetimeFigureOut">
              <a:rPr lang="en-GB" smtClean="0"/>
              <a:t>13/03/2026</a:t>
            </a:fld>
            <a:endParaRPr lang="en-GB"/>
          </a:p>
        </p:txBody>
      </p:sp>
      <p:sp>
        <p:nvSpPr>
          <p:cNvPr id="5" name="Footer Placeholder 4">
            <a:extLst>
              <a:ext uri="{FF2B5EF4-FFF2-40B4-BE49-F238E27FC236}">
                <a16:creationId xmlns:a16="http://schemas.microsoft.com/office/drawing/2014/main" id="{6DFE1370-8C76-A733-BCC7-33EBF427216A}"/>
              </a:ext>
            </a:extLst>
          </p:cNvPr>
          <p:cNvSpPr>
            <a:spLocks noGrp="1"/>
          </p:cNvSpPr>
          <p:nvPr>
            <p:ph type="ftr" sz="quarter" idx="3"/>
          </p:nvPr>
        </p:nvSpPr>
        <p:spPr>
          <a:xfrm>
            <a:off x="5008286" y="19819454"/>
            <a:ext cx="5102781" cy="1138481"/>
          </a:xfrm>
          <a:prstGeom prst="rect">
            <a:avLst/>
          </a:prstGeom>
        </p:spPr>
        <p:txBody>
          <a:bodyPr vert="horz" lIns="91440" tIns="45720" rIns="91440" bIns="45720" rtlCol="0" anchor="ctr"/>
          <a:lstStyle>
            <a:lvl1pPr algn="ctr">
              <a:defRPr sz="945">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F622114-69A4-535D-A04D-C74C8349526A}"/>
              </a:ext>
            </a:extLst>
          </p:cNvPr>
          <p:cNvSpPr>
            <a:spLocks noGrp="1"/>
          </p:cNvSpPr>
          <p:nvPr>
            <p:ph type="sldNum" sz="quarter" idx="4"/>
          </p:nvPr>
        </p:nvSpPr>
        <p:spPr>
          <a:xfrm>
            <a:off x="10678042" y="19819454"/>
            <a:ext cx="3401854" cy="1138481"/>
          </a:xfrm>
          <a:prstGeom prst="rect">
            <a:avLst/>
          </a:prstGeom>
        </p:spPr>
        <p:txBody>
          <a:bodyPr vert="horz" lIns="91440" tIns="45720" rIns="91440" bIns="45720" rtlCol="0" anchor="ctr"/>
          <a:lstStyle>
            <a:lvl1pPr algn="r">
              <a:defRPr sz="945">
                <a:solidFill>
                  <a:schemeClr val="tx1">
                    <a:tint val="82000"/>
                  </a:schemeClr>
                </a:solidFill>
              </a:defRPr>
            </a:lvl1pPr>
          </a:lstStyle>
          <a:p>
            <a:fld id="{E1B668CB-675C-45A9-9F35-976624BFDA54}" type="slidenum">
              <a:rPr lang="en-GB" smtClean="0"/>
              <a:t>‹#›</a:t>
            </a:fld>
            <a:endParaRPr lang="en-GB"/>
          </a:p>
        </p:txBody>
      </p:sp>
    </p:spTree>
    <p:extLst>
      <p:ext uri="{BB962C8B-B14F-4D97-AF65-F5344CB8AC3E}">
        <p14:creationId xmlns:p14="http://schemas.microsoft.com/office/powerpoint/2010/main" val="2969542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720090" rtl="0" eaLnBrk="1" latinLnBrk="0" hangingPunct="1">
        <a:lnSpc>
          <a:spcPct val="90000"/>
        </a:lnSpc>
        <a:spcBef>
          <a:spcPct val="0"/>
        </a:spcBef>
        <a:buNone/>
        <a:defRPr sz="3465" kern="1200">
          <a:solidFill>
            <a:schemeClr val="tx1"/>
          </a:solidFill>
          <a:latin typeface="+mj-lt"/>
          <a:ea typeface="+mj-ea"/>
          <a:cs typeface="+mj-cs"/>
        </a:defRPr>
      </a:lvl1pPr>
    </p:titleStyle>
    <p:bodyStyle>
      <a:lvl1pPr marL="180023" indent="-180023" algn="l" defTabSz="720090" rtl="0" eaLnBrk="1" latinLnBrk="0" hangingPunct="1">
        <a:lnSpc>
          <a:spcPct val="90000"/>
        </a:lnSpc>
        <a:spcBef>
          <a:spcPts val="788"/>
        </a:spcBef>
        <a:buFont typeface="Arial" panose="020B0604020202020204" pitchFamily="34" charset="0"/>
        <a:buChar char="•"/>
        <a:defRPr sz="2205" kern="1200">
          <a:solidFill>
            <a:schemeClr val="tx1"/>
          </a:solidFill>
          <a:latin typeface="+mn-lt"/>
          <a:ea typeface="+mn-ea"/>
          <a:cs typeface="+mn-cs"/>
        </a:defRPr>
      </a:lvl1pPr>
      <a:lvl2pPr marL="540068" indent="-180023" algn="l" defTabSz="720090" rtl="0" eaLnBrk="1" latinLnBrk="0" hangingPunct="1">
        <a:lnSpc>
          <a:spcPct val="90000"/>
        </a:lnSpc>
        <a:spcBef>
          <a:spcPts val="394"/>
        </a:spcBef>
        <a:buFont typeface="Arial" panose="020B0604020202020204" pitchFamily="34" charset="0"/>
        <a:buChar char="•"/>
        <a:defRPr sz="1890" kern="1200">
          <a:solidFill>
            <a:schemeClr val="tx1"/>
          </a:solidFill>
          <a:latin typeface="+mn-lt"/>
          <a:ea typeface="+mn-ea"/>
          <a:cs typeface="+mn-cs"/>
        </a:defRPr>
      </a:lvl2pPr>
      <a:lvl3pPr marL="900113" indent="-180023" algn="l" defTabSz="720090" rtl="0" eaLnBrk="1" latinLnBrk="0" hangingPunct="1">
        <a:lnSpc>
          <a:spcPct val="90000"/>
        </a:lnSpc>
        <a:spcBef>
          <a:spcPts val="394"/>
        </a:spcBef>
        <a:buFont typeface="Arial" panose="020B0604020202020204" pitchFamily="34" charset="0"/>
        <a:buChar char="•"/>
        <a:defRPr sz="1575" kern="1200">
          <a:solidFill>
            <a:schemeClr val="tx1"/>
          </a:solidFill>
          <a:latin typeface="+mn-lt"/>
          <a:ea typeface="+mn-ea"/>
          <a:cs typeface="+mn-cs"/>
        </a:defRPr>
      </a:lvl3pPr>
      <a:lvl4pPr marL="1260158"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4pPr>
      <a:lvl5pPr marL="1620203"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5pPr>
      <a:lvl6pPr marL="1980248"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6pPr>
      <a:lvl7pPr marL="2340293"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7pPr>
      <a:lvl8pPr marL="2700338"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8pPr>
      <a:lvl9pPr marL="3060383"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9pPr>
    </p:bodyStyle>
    <p:otherStyle>
      <a:defPPr>
        <a:defRPr lang="en-US"/>
      </a:defPPr>
      <a:lvl1pPr marL="0" algn="l" defTabSz="720090" rtl="0" eaLnBrk="1" latinLnBrk="0" hangingPunct="1">
        <a:defRPr sz="1418" kern="1200">
          <a:solidFill>
            <a:schemeClr val="tx1"/>
          </a:solidFill>
          <a:latin typeface="+mn-lt"/>
          <a:ea typeface="+mn-ea"/>
          <a:cs typeface="+mn-cs"/>
        </a:defRPr>
      </a:lvl1pPr>
      <a:lvl2pPr marL="360045" algn="l" defTabSz="720090" rtl="0" eaLnBrk="1" latinLnBrk="0" hangingPunct="1">
        <a:defRPr sz="1418" kern="1200">
          <a:solidFill>
            <a:schemeClr val="tx1"/>
          </a:solidFill>
          <a:latin typeface="+mn-lt"/>
          <a:ea typeface="+mn-ea"/>
          <a:cs typeface="+mn-cs"/>
        </a:defRPr>
      </a:lvl2pPr>
      <a:lvl3pPr marL="720090" algn="l" defTabSz="720090" rtl="0" eaLnBrk="1" latinLnBrk="0" hangingPunct="1">
        <a:defRPr sz="1418" kern="1200">
          <a:solidFill>
            <a:schemeClr val="tx1"/>
          </a:solidFill>
          <a:latin typeface="+mn-lt"/>
          <a:ea typeface="+mn-ea"/>
          <a:cs typeface="+mn-cs"/>
        </a:defRPr>
      </a:lvl3pPr>
      <a:lvl4pPr marL="1080135" algn="l" defTabSz="720090" rtl="0" eaLnBrk="1" latinLnBrk="0" hangingPunct="1">
        <a:defRPr sz="1418" kern="1200">
          <a:solidFill>
            <a:schemeClr val="tx1"/>
          </a:solidFill>
          <a:latin typeface="+mn-lt"/>
          <a:ea typeface="+mn-ea"/>
          <a:cs typeface="+mn-cs"/>
        </a:defRPr>
      </a:lvl4pPr>
      <a:lvl5pPr marL="1440180" algn="l" defTabSz="720090" rtl="0" eaLnBrk="1" latinLnBrk="0" hangingPunct="1">
        <a:defRPr sz="1418" kern="1200">
          <a:solidFill>
            <a:schemeClr val="tx1"/>
          </a:solidFill>
          <a:latin typeface="+mn-lt"/>
          <a:ea typeface="+mn-ea"/>
          <a:cs typeface="+mn-cs"/>
        </a:defRPr>
      </a:lvl5pPr>
      <a:lvl6pPr marL="1800225" algn="l" defTabSz="720090" rtl="0" eaLnBrk="1" latinLnBrk="0" hangingPunct="1">
        <a:defRPr sz="1418" kern="1200">
          <a:solidFill>
            <a:schemeClr val="tx1"/>
          </a:solidFill>
          <a:latin typeface="+mn-lt"/>
          <a:ea typeface="+mn-ea"/>
          <a:cs typeface="+mn-cs"/>
        </a:defRPr>
      </a:lvl6pPr>
      <a:lvl7pPr marL="2160270" algn="l" defTabSz="720090" rtl="0" eaLnBrk="1" latinLnBrk="0" hangingPunct="1">
        <a:defRPr sz="1418" kern="1200">
          <a:solidFill>
            <a:schemeClr val="tx1"/>
          </a:solidFill>
          <a:latin typeface="+mn-lt"/>
          <a:ea typeface="+mn-ea"/>
          <a:cs typeface="+mn-cs"/>
        </a:defRPr>
      </a:lvl7pPr>
      <a:lvl8pPr marL="2520315" algn="l" defTabSz="720090" rtl="0" eaLnBrk="1" latinLnBrk="0" hangingPunct="1">
        <a:defRPr sz="1418" kern="1200">
          <a:solidFill>
            <a:schemeClr val="tx1"/>
          </a:solidFill>
          <a:latin typeface="+mn-lt"/>
          <a:ea typeface="+mn-ea"/>
          <a:cs typeface="+mn-cs"/>
        </a:defRPr>
      </a:lvl8pPr>
      <a:lvl9pPr marL="2880360" algn="l" defTabSz="720090" rtl="0" eaLnBrk="1" latinLnBrk="0" hangingPunct="1">
        <a:defRPr sz="141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345E572-F27D-A705-66B6-8BED2357BA2A}"/>
              </a:ext>
            </a:extLst>
          </p:cNvPr>
          <p:cNvPicPr>
            <a:picLocks noChangeAspect="1"/>
          </p:cNvPicPr>
          <p:nvPr/>
        </p:nvPicPr>
        <p:blipFill>
          <a:blip r:embed="rId2">
            <a:alphaModFix amt="46000"/>
            <a:extLst>
              <a:ext uri="{28A0092B-C50C-407E-A947-70E740481C1C}">
                <a14:useLocalDpi xmlns:a14="http://schemas.microsoft.com/office/drawing/2010/main" val="0"/>
              </a:ext>
            </a:extLst>
          </a:blip>
          <a:srcRect l="-189" r="-112" b="-261"/>
          <a:stretch>
            <a:fillRect/>
          </a:stretch>
        </p:blipFill>
        <p:spPr>
          <a:xfrm>
            <a:off x="1" y="2020745"/>
            <a:ext cx="15119350" cy="9253555"/>
          </a:xfrm>
          <a:prstGeom prst="rect">
            <a:avLst/>
          </a:prstGeom>
          <a:effectLst>
            <a:reflection stA="0" endPos="65000" dist="50800" dir="5400000" sy="-100000" algn="bl" rotWithShape="0"/>
          </a:effectLst>
        </p:spPr>
      </p:pic>
      <p:pic>
        <p:nvPicPr>
          <p:cNvPr id="16" name="Picture 15">
            <a:extLst>
              <a:ext uri="{FF2B5EF4-FFF2-40B4-BE49-F238E27FC236}">
                <a16:creationId xmlns:a16="http://schemas.microsoft.com/office/drawing/2014/main" id="{36F7713A-7D48-6BF1-B533-E5E684632437}"/>
              </a:ext>
            </a:extLst>
          </p:cNvPr>
          <p:cNvPicPr>
            <a:picLocks noChangeAspect="1"/>
          </p:cNvPicPr>
          <p:nvPr/>
        </p:nvPicPr>
        <p:blipFill>
          <a:blip r:embed="rId3">
            <a:alphaModFix amt="48000"/>
            <a:extLst>
              <a:ext uri="{28A0092B-C50C-407E-A947-70E740481C1C}">
                <a14:useLocalDpi xmlns:a14="http://schemas.microsoft.com/office/drawing/2010/main" val="0"/>
              </a:ext>
            </a:extLst>
          </a:blip>
          <a:srcRect l="-45" r="10580"/>
          <a:stretch>
            <a:fillRect/>
          </a:stretch>
        </p:blipFill>
        <p:spPr>
          <a:xfrm>
            <a:off x="10461" y="11254847"/>
            <a:ext cx="15091514" cy="8124879"/>
          </a:xfrm>
          <a:prstGeom prst="rect">
            <a:avLst/>
          </a:prstGeom>
        </p:spPr>
      </p:pic>
      <p:sp>
        <p:nvSpPr>
          <p:cNvPr id="2" name="Title 1">
            <a:extLst>
              <a:ext uri="{FF2B5EF4-FFF2-40B4-BE49-F238E27FC236}">
                <a16:creationId xmlns:a16="http://schemas.microsoft.com/office/drawing/2014/main" id="{E3450C88-6D28-1F2A-D30F-0E65B0AB34DC}"/>
              </a:ext>
            </a:extLst>
          </p:cNvPr>
          <p:cNvSpPr>
            <a:spLocks noGrp="1"/>
          </p:cNvSpPr>
          <p:nvPr>
            <p:ph type="ctrTitle"/>
          </p:nvPr>
        </p:nvSpPr>
        <p:spPr>
          <a:xfrm>
            <a:off x="330740" y="302926"/>
            <a:ext cx="14455303" cy="687930"/>
          </a:xfrm>
          <a:noFill/>
        </p:spPr>
        <p:txBody>
          <a:bodyPr>
            <a:noAutofit/>
          </a:bodyPr>
          <a:lstStyle/>
          <a:p>
            <a:r>
              <a:rPr lang="en-GB" sz="3200" b="1" dirty="0">
                <a:solidFill>
                  <a:schemeClr val="bg1"/>
                </a:solidFill>
              </a:rPr>
              <a:t>An Educational Virtual Reality Approach to Raising Awareness of Digital Eye Strain</a:t>
            </a:r>
          </a:p>
        </p:txBody>
      </p:sp>
      <p:sp>
        <p:nvSpPr>
          <p:cNvPr id="3" name="Subtitle 2">
            <a:extLst>
              <a:ext uri="{FF2B5EF4-FFF2-40B4-BE49-F238E27FC236}">
                <a16:creationId xmlns:a16="http://schemas.microsoft.com/office/drawing/2014/main" id="{26C8EEA4-8FDA-FE78-9D61-B8AB8F5A4528}"/>
              </a:ext>
            </a:extLst>
          </p:cNvPr>
          <p:cNvSpPr>
            <a:spLocks noGrp="1"/>
          </p:cNvSpPr>
          <p:nvPr>
            <p:ph type="subTitle" idx="1"/>
          </p:nvPr>
        </p:nvSpPr>
        <p:spPr>
          <a:xfrm>
            <a:off x="2360607" y="1129650"/>
            <a:ext cx="10398135" cy="396546"/>
          </a:xfrm>
        </p:spPr>
        <p:txBody>
          <a:bodyPr/>
          <a:lstStyle/>
          <a:p>
            <a:r>
              <a:rPr lang="en-GB" b="1" dirty="0">
                <a:solidFill>
                  <a:schemeClr val="bg1"/>
                </a:solidFill>
              </a:rPr>
              <a:t>Supervisor – Alun King	30077548 – Sebastian Ha	30077548@students.southwales.ac.uk</a:t>
            </a:r>
          </a:p>
        </p:txBody>
      </p:sp>
      <p:cxnSp>
        <p:nvCxnSpPr>
          <p:cNvPr id="5" name="Straight Connector 4">
            <a:extLst>
              <a:ext uri="{FF2B5EF4-FFF2-40B4-BE49-F238E27FC236}">
                <a16:creationId xmlns:a16="http://schemas.microsoft.com/office/drawing/2014/main" id="{E2D2999B-02E1-D5B3-F30A-EA38B7D8A594}"/>
              </a:ext>
            </a:extLst>
          </p:cNvPr>
          <p:cNvCxnSpPr/>
          <p:nvPr/>
        </p:nvCxnSpPr>
        <p:spPr>
          <a:xfrm>
            <a:off x="505836" y="1834429"/>
            <a:ext cx="14105107" cy="0"/>
          </a:xfrm>
          <a:prstGeom prst="line">
            <a:avLst/>
          </a:prstGeom>
          <a:ln w="76200">
            <a:solidFill>
              <a:schemeClr val="bg1"/>
            </a:solidFill>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5C714C50-EA7B-FC0B-7D69-98523D9491E4}"/>
              </a:ext>
            </a:extLst>
          </p:cNvPr>
          <p:cNvCxnSpPr/>
          <p:nvPr/>
        </p:nvCxnSpPr>
        <p:spPr>
          <a:xfrm>
            <a:off x="505835" y="19535515"/>
            <a:ext cx="14105107" cy="0"/>
          </a:xfrm>
          <a:prstGeom prst="line">
            <a:avLst/>
          </a:prstGeom>
          <a:ln w="76200">
            <a:solidFill>
              <a:schemeClr val="bg1"/>
            </a:solidFill>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A2959EDA-D5FA-6039-8105-C10A65111E40}"/>
              </a:ext>
            </a:extLst>
          </p:cNvPr>
          <p:cNvSpPr txBox="1"/>
          <p:nvPr/>
        </p:nvSpPr>
        <p:spPr>
          <a:xfrm>
            <a:off x="505835" y="2151101"/>
            <a:ext cx="6850844" cy="7201780"/>
          </a:xfrm>
          <a:prstGeom prst="rect">
            <a:avLst/>
          </a:prstGeom>
          <a:noFill/>
          <a:ln w="38100">
            <a:solidFill>
              <a:schemeClr val="bg1"/>
            </a:solidFill>
          </a:ln>
        </p:spPr>
        <p:txBody>
          <a:bodyPr wrap="square" rtlCol="0">
            <a:spAutoFit/>
          </a:bodyPr>
          <a:lstStyle/>
          <a:p>
            <a:r>
              <a:rPr lang="en-GB" b="1" u="sng" dirty="0">
                <a:solidFill>
                  <a:schemeClr val="bg1"/>
                </a:solidFill>
              </a:rPr>
              <a:t>Problem</a:t>
            </a:r>
          </a:p>
          <a:p>
            <a:r>
              <a:rPr lang="en-GB" sz="1800" dirty="0">
                <a:solidFill>
                  <a:schemeClr val="bg1"/>
                </a:solidFill>
              </a:rPr>
              <a:t>Digital Eye Strain (DES) is caused by prolonged screen use with symptoms including eye fatigue, light sensitivity, focus strain and headaches. However, awareness of preventative habits remains low.</a:t>
            </a:r>
          </a:p>
          <a:p>
            <a:endParaRPr lang="en-GB" sz="1800" dirty="0">
              <a:solidFill>
                <a:schemeClr val="bg1"/>
              </a:solidFill>
            </a:endParaRPr>
          </a:p>
          <a:p>
            <a:r>
              <a:rPr lang="en-GB" b="1" u="sng" dirty="0">
                <a:solidFill>
                  <a:schemeClr val="bg1"/>
                </a:solidFill>
              </a:rPr>
              <a:t>Aim</a:t>
            </a:r>
          </a:p>
          <a:p>
            <a:r>
              <a:rPr lang="en-GB" sz="1800" dirty="0">
                <a:solidFill>
                  <a:schemeClr val="bg1"/>
                </a:solidFill>
              </a:rPr>
              <a:t>Raise awareness of DES by incorporating Virtual Reality (VR) to immerse and engage users with educational material relating to ocular health.</a:t>
            </a:r>
          </a:p>
          <a:p>
            <a:endParaRPr lang="en-GB" sz="3200" dirty="0">
              <a:solidFill>
                <a:schemeClr val="bg1"/>
              </a:solidFill>
            </a:endParaRPr>
          </a:p>
          <a:p>
            <a:r>
              <a:rPr lang="en-GB" b="1" u="sng" dirty="0">
                <a:solidFill>
                  <a:schemeClr val="bg1"/>
                </a:solidFill>
              </a:rPr>
              <a:t>Objectives</a:t>
            </a:r>
            <a:endParaRPr lang="en-GB" sz="1600" b="1" u="sng" dirty="0">
              <a:solidFill>
                <a:schemeClr val="bg1"/>
              </a:solidFill>
            </a:endParaRPr>
          </a:p>
          <a:p>
            <a:pPr marL="342900" lvl="0" indent="-342900">
              <a:buFont typeface="Wingdings" panose="05000000000000000000" pitchFamily="2" charset="2"/>
              <a:buChar char="v"/>
            </a:pPr>
            <a:r>
              <a:rPr lang="en-GB" sz="1800" dirty="0">
                <a:solidFill>
                  <a:schemeClr val="bg1"/>
                </a:solidFill>
              </a:rPr>
              <a:t>Research preventative methods for DES and identify educational content appropriate for the VR experience. </a:t>
            </a:r>
          </a:p>
          <a:p>
            <a:pPr lvl="0"/>
            <a:endParaRPr lang="en-GB" sz="1800" dirty="0">
              <a:solidFill>
                <a:schemeClr val="bg1"/>
              </a:solidFill>
            </a:endParaRPr>
          </a:p>
          <a:p>
            <a:pPr marL="342900" lvl="0" indent="-342900">
              <a:buFont typeface="Wingdings" panose="05000000000000000000" pitchFamily="2" charset="2"/>
              <a:buChar char="v"/>
            </a:pPr>
            <a:r>
              <a:rPr lang="en-GB" sz="1800" dirty="0">
                <a:solidFill>
                  <a:schemeClr val="bg1"/>
                </a:solidFill>
              </a:rPr>
              <a:t>Review existing medical VR applications to identify design and interaction strategies.</a:t>
            </a:r>
          </a:p>
          <a:p>
            <a:pPr lvl="0"/>
            <a:endParaRPr lang="en-GB" sz="1800" dirty="0">
              <a:solidFill>
                <a:schemeClr val="bg1"/>
              </a:solidFill>
            </a:endParaRPr>
          </a:p>
          <a:p>
            <a:pPr marL="342900" lvl="0" indent="-342900">
              <a:buFont typeface="Wingdings" panose="05000000000000000000" pitchFamily="2" charset="2"/>
              <a:buChar char="v"/>
            </a:pPr>
            <a:r>
              <a:rPr lang="en-GB" sz="1800" dirty="0">
                <a:solidFill>
                  <a:schemeClr val="bg1"/>
                </a:solidFill>
              </a:rPr>
              <a:t>Develop a VR experience that simulates DES symptoms and teaches preventative techniques.</a:t>
            </a:r>
          </a:p>
          <a:p>
            <a:endParaRPr lang="en-GB" sz="1800" dirty="0">
              <a:solidFill>
                <a:schemeClr val="bg1"/>
              </a:solidFill>
            </a:endParaRPr>
          </a:p>
          <a:p>
            <a:pPr marL="342900" lvl="0" indent="-342900">
              <a:buFont typeface="Wingdings" panose="05000000000000000000" pitchFamily="2" charset="2"/>
              <a:buChar char="v"/>
            </a:pPr>
            <a:r>
              <a:rPr lang="en-GB" sz="1800" dirty="0">
                <a:solidFill>
                  <a:schemeClr val="bg1"/>
                </a:solidFill>
              </a:rPr>
              <a:t>Conduct user testing to discover issues to improve the experience. </a:t>
            </a:r>
          </a:p>
        </p:txBody>
      </p:sp>
      <p:sp>
        <p:nvSpPr>
          <p:cNvPr id="8" name="TextBox 7">
            <a:extLst>
              <a:ext uri="{FF2B5EF4-FFF2-40B4-BE49-F238E27FC236}">
                <a16:creationId xmlns:a16="http://schemas.microsoft.com/office/drawing/2014/main" id="{3DA898E7-1F51-F05E-1946-AF27DBBA9962}"/>
              </a:ext>
            </a:extLst>
          </p:cNvPr>
          <p:cNvSpPr txBox="1"/>
          <p:nvPr/>
        </p:nvSpPr>
        <p:spPr>
          <a:xfrm>
            <a:off x="7834678" y="2159539"/>
            <a:ext cx="6734112" cy="4698659"/>
          </a:xfrm>
          <a:prstGeom prst="rect">
            <a:avLst/>
          </a:prstGeom>
          <a:noFill/>
          <a:ln w="38100">
            <a:solidFill>
              <a:schemeClr val="bg1"/>
            </a:solidFill>
          </a:ln>
        </p:spPr>
        <p:txBody>
          <a:bodyPr wrap="square" rtlCol="0">
            <a:spAutoFit/>
          </a:bodyPr>
          <a:lstStyle/>
          <a:p>
            <a:r>
              <a:rPr lang="en-GB" b="1" u="sng" dirty="0">
                <a:solidFill>
                  <a:schemeClr val="bg1"/>
                </a:solidFill>
              </a:rPr>
              <a:t>Results</a:t>
            </a:r>
          </a:p>
          <a:p>
            <a:pPr marL="285750" indent="-285750">
              <a:buFont typeface="Wingdings" panose="05000000000000000000" pitchFamily="2" charset="2"/>
              <a:buChar char="v"/>
            </a:pPr>
            <a:r>
              <a:rPr lang="en-GB" sz="1800" dirty="0">
                <a:solidFill>
                  <a:schemeClr val="bg1"/>
                </a:solidFill>
              </a:rPr>
              <a:t>User testing found usability issues within the prototype with the gaze detection accuracy and the light switch interactions.</a:t>
            </a:r>
          </a:p>
          <a:p>
            <a:pPr marL="285750" indent="-285750">
              <a:buFont typeface="Wingdings" panose="05000000000000000000" pitchFamily="2" charset="2"/>
              <a:buChar char="v"/>
            </a:pPr>
            <a:endParaRPr lang="en-GB" sz="1800" dirty="0">
              <a:solidFill>
                <a:schemeClr val="bg1"/>
              </a:solidFill>
            </a:endParaRPr>
          </a:p>
          <a:p>
            <a:pPr marL="285750" indent="-285750">
              <a:buFont typeface="Wingdings" panose="05000000000000000000" pitchFamily="2" charset="2"/>
              <a:buChar char="v"/>
            </a:pPr>
            <a:r>
              <a:rPr lang="en-GB" sz="1800" dirty="0">
                <a:solidFill>
                  <a:schemeClr val="bg1"/>
                </a:solidFill>
              </a:rPr>
              <a:t>Iterative improvements reduced interaction complexity while increasing the detection area for the gaze interaction. This resulted in smoother objective progression and reduced frustration.</a:t>
            </a:r>
          </a:p>
          <a:p>
            <a:pPr marL="285750" indent="-285750">
              <a:buFont typeface="Wingdings" panose="05000000000000000000" pitchFamily="2" charset="2"/>
              <a:buChar char="v"/>
            </a:pPr>
            <a:endParaRPr lang="en-GB" sz="1800" dirty="0">
              <a:solidFill>
                <a:schemeClr val="bg1"/>
              </a:solidFill>
            </a:endParaRPr>
          </a:p>
          <a:p>
            <a:pPr marL="285750" indent="-285750">
              <a:buFont typeface="Wingdings" panose="05000000000000000000" pitchFamily="2" charset="2"/>
              <a:buChar char="v"/>
            </a:pPr>
            <a:r>
              <a:rPr lang="en-GB" sz="1800" dirty="0">
                <a:solidFill>
                  <a:schemeClr val="bg1"/>
                </a:solidFill>
              </a:rPr>
              <a:t>Feedback showed simulated symptoms helped improve user understanding and recognition of the causes, symptoms and preventative measures of DES.</a:t>
            </a:r>
          </a:p>
          <a:p>
            <a:pPr marL="285750" indent="-285750">
              <a:buFont typeface="Wingdings" panose="05000000000000000000" pitchFamily="2" charset="2"/>
              <a:buChar char="v"/>
            </a:pPr>
            <a:endParaRPr lang="en-GB" sz="1800" dirty="0">
              <a:solidFill>
                <a:schemeClr val="bg1"/>
              </a:solidFill>
            </a:endParaRPr>
          </a:p>
          <a:p>
            <a:pPr marL="285750" indent="-285750">
              <a:buFont typeface="Wingdings" panose="05000000000000000000" pitchFamily="2" charset="2"/>
              <a:buChar char="v"/>
            </a:pPr>
            <a:r>
              <a:rPr lang="en-GB" sz="1800" dirty="0">
                <a:solidFill>
                  <a:schemeClr val="bg1"/>
                </a:solidFill>
              </a:rPr>
              <a:t>Final testing confirmed the experience effectively demonstrated symptoms and preventative measures, increasing awareness of DES.</a:t>
            </a:r>
          </a:p>
        </p:txBody>
      </p:sp>
      <p:sp>
        <p:nvSpPr>
          <p:cNvPr id="10" name="TextBox 9">
            <a:extLst>
              <a:ext uri="{FF2B5EF4-FFF2-40B4-BE49-F238E27FC236}">
                <a16:creationId xmlns:a16="http://schemas.microsoft.com/office/drawing/2014/main" id="{14F50158-F9C9-524A-19D2-DF601C3CC995}"/>
              </a:ext>
            </a:extLst>
          </p:cNvPr>
          <p:cNvSpPr txBox="1"/>
          <p:nvPr/>
        </p:nvSpPr>
        <p:spPr>
          <a:xfrm>
            <a:off x="7862513" y="7149582"/>
            <a:ext cx="6734112" cy="2205668"/>
          </a:xfrm>
          <a:prstGeom prst="rect">
            <a:avLst/>
          </a:prstGeom>
          <a:noFill/>
          <a:ln w="38100">
            <a:solidFill>
              <a:schemeClr val="bg1"/>
            </a:solidFill>
          </a:ln>
        </p:spPr>
        <p:txBody>
          <a:bodyPr wrap="square" rtlCol="0">
            <a:spAutoFit/>
          </a:bodyPr>
          <a:lstStyle/>
          <a:p>
            <a:r>
              <a:rPr lang="en-GB" b="1" u="sng" dirty="0">
                <a:solidFill>
                  <a:schemeClr val="bg1"/>
                </a:solidFill>
              </a:rPr>
              <a:t>Conclusion</a:t>
            </a:r>
          </a:p>
          <a:p>
            <a:r>
              <a:rPr lang="en-GB" sz="1800" dirty="0">
                <a:solidFill>
                  <a:schemeClr val="bg1"/>
                </a:solidFill>
              </a:rPr>
              <a:t>The experience successfully demonstrated the symptoms and preventative measures of DES. Iterative user testing improved usability and interaction features, which resulted in a more intuitive experience. This shows immersive VR can be used as an effective educational tool for raising awareness of medical health topics.</a:t>
            </a:r>
          </a:p>
        </p:txBody>
      </p:sp>
      <p:sp>
        <p:nvSpPr>
          <p:cNvPr id="11" name="TextBox 10">
            <a:extLst>
              <a:ext uri="{FF2B5EF4-FFF2-40B4-BE49-F238E27FC236}">
                <a16:creationId xmlns:a16="http://schemas.microsoft.com/office/drawing/2014/main" id="{8C736118-621A-11A8-2DF2-A76561E9AAE6}"/>
              </a:ext>
            </a:extLst>
          </p:cNvPr>
          <p:cNvSpPr txBox="1"/>
          <p:nvPr/>
        </p:nvSpPr>
        <p:spPr>
          <a:xfrm>
            <a:off x="505833" y="12895659"/>
            <a:ext cx="6850846" cy="6329874"/>
          </a:xfrm>
          <a:prstGeom prst="rect">
            <a:avLst/>
          </a:prstGeom>
          <a:noFill/>
          <a:ln w="38100">
            <a:solidFill>
              <a:schemeClr val="bg1"/>
            </a:solidFill>
          </a:ln>
        </p:spPr>
        <p:txBody>
          <a:bodyPr wrap="square" rtlCol="0">
            <a:spAutoFit/>
          </a:bodyPr>
          <a:lstStyle/>
          <a:p>
            <a:r>
              <a:rPr lang="en-GB" b="1" u="sng" dirty="0">
                <a:solidFill>
                  <a:schemeClr val="bg1"/>
                </a:solidFill>
              </a:rPr>
              <a:t>Development Process</a:t>
            </a:r>
          </a:p>
          <a:p>
            <a:r>
              <a:rPr lang="en-GB" sz="1800" dirty="0">
                <a:solidFill>
                  <a:schemeClr val="bg1"/>
                </a:solidFill>
              </a:rPr>
              <a:t>The project was developed using Unreal Engine 5.3.2 with blueprinting and tested with a Meta Quest 3 VR headset.</a:t>
            </a:r>
          </a:p>
          <a:p>
            <a:endParaRPr lang="en-GB" sz="1800" dirty="0">
              <a:solidFill>
                <a:schemeClr val="bg1"/>
              </a:solidFill>
            </a:endParaRPr>
          </a:p>
          <a:p>
            <a:r>
              <a:rPr lang="en-GB" sz="1800" dirty="0">
                <a:solidFill>
                  <a:schemeClr val="bg1"/>
                </a:solidFill>
              </a:rPr>
              <a:t>The development process followed a User Centred Design (UCD) approach, using objective based progression to gamify the experience. The environment was designed to replicate real-world desk environments where DES commonly occurs. </a:t>
            </a:r>
          </a:p>
          <a:p>
            <a:endParaRPr lang="en-GB" sz="1800" dirty="0">
              <a:solidFill>
                <a:schemeClr val="bg1"/>
              </a:solidFill>
            </a:endParaRPr>
          </a:p>
          <a:p>
            <a:r>
              <a:rPr lang="en-GB" sz="1800" dirty="0">
                <a:solidFill>
                  <a:schemeClr val="bg1"/>
                </a:solidFill>
              </a:rPr>
              <a:t>Post-processing effects were used to simulate DES symptoms.</a:t>
            </a:r>
          </a:p>
          <a:p>
            <a:endParaRPr lang="en-GB" sz="1800" dirty="0">
              <a:solidFill>
                <a:schemeClr val="bg1"/>
              </a:solidFill>
            </a:endParaRPr>
          </a:p>
          <a:p>
            <a:r>
              <a:rPr lang="en-GB" sz="1800" b="1" dirty="0">
                <a:solidFill>
                  <a:schemeClr val="bg1"/>
                </a:solidFill>
              </a:rPr>
              <a:t>Vignette</a:t>
            </a:r>
            <a:r>
              <a:rPr lang="en-GB" sz="1800" dirty="0">
                <a:solidFill>
                  <a:schemeClr val="bg1"/>
                </a:solidFill>
              </a:rPr>
              <a:t> </a:t>
            </a:r>
            <a:r>
              <a:rPr lang="en-GB" sz="1800" dirty="0">
                <a:solidFill>
                  <a:schemeClr val="bg1"/>
                </a:solidFill>
                <a:sym typeface="Wingdings" panose="05000000000000000000" pitchFamily="2" charset="2"/>
              </a:rPr>
              <a:t> </a:t>
            </a:r>
            <a:r>
              <a:rPr lang="en-GB" sz="1800" b="1" dirty="0">
                <a:solidFill>
                  <a:schemeClr val="bg1"/>
                </a:solidFill>
                <a:sym typeface="Wingdings" panose="05000000000000000000" pitchFamily="2" charset="2"/>
              </a:rPr>
              <a:t>E</a:t>
            </a:r>
            <a:r>
              <a:rPr lang="en-GB" sz="1800" b="1" dirty="0">
                <a:solidFill>
                  <a:schemeClr val="bg1"/>
                </a:solidFill>
              </a:rPr>
              <a:t>ye Fatigue</a:t>
            </a:r>
          </a:p>
          <a:p>
            <a:r>
              <a:rPr lang="en-GB" sz="1800" b="1" dirty="0">
                <a:solidFill>
                  <a:schemeClr val="bg1"/>
                </a:solidFill>
              </a:rPr>
              <a:t>Bloom</a:t>
            </a:r>
            <a:r>
              <a:rPr lang="en-GB" sz="1800" dirty="0">
                <a:solidFill>
                  <a:schemeClr val="bg1"/>
                </a:solidFill>
              </a:rPr>
              <a:t> </a:t>
            </a:r>
            <a:r>
              <a:rPr lang="en-GB" sz="1800" dirty="0">
                <a:solidFill>
                  <a:schemeClr val="bg1"/>
                </a:solidFill>
                <a:sym typeface="Wingdings" panose="05000000000000000000" pitchFamily="2" charset="2"/>
              </a:rPr>
              <a:t> </a:t>
            </a:r>
            <a:r>
              <a:rPr lang="en-GB" sz="1800" b="1" dirty="0">
                <a:solidFill>
                  <a:schemeClr val="bg1"/>
                </a:solidFill>
                <a:sym typeface="Wingdings" panose="05000000000000000000" pitchFamily="2" charset="2"/>
              </a:rPr>
              <a:t>L</a:t>
            </a:r>
            <a:r>
              <a:rPr lang="en-GB" sz="1800" b="1" dirty="0">
                <a:solidFill>
                  <a:schemeClr val="bg1"/>
                </a:solidFill>
              </a:rPr>
              <a:t>ight Sensitivity </a:t>
            </a:r>
          </a:p>
          <a:p>
            <a:r>
              <a:rPr lang="en-GB" sz="1800" b="1" dirty="0">
                <a:solidFill>
                  <a:schemeClr val="bg1"/>
                </a:solidFill>
              </a:rPr>
              <a:t>Blur</a:t>
            </a:r>
            <a:r>
              <a:rPr lang="en-GB" sz="1800" dirty="0">
                <a:solidFill>
                  <a:schemeClr val="bg1"/>
                </a:solidFill>
              </a:rPr>
              <a:t> </a:t>
            </a:r>
            <a:r>
              <a:rPr lang="en-GB" sz="1800" dirty="0">
                <a:solidFill>
                  <a:schemeClr val="bg1"/>
                </a:solidFill>
                <a:sym typeface="Wingdings" panose="05000000000000000000" pitchFamily="2" charset="2"/>
              </a:rPr>
              <a:t> </a:t>
            </a:r>
            <a:r>
              <a:rPr lang="en-GB" sz="1800" b="1" dirty="0">
                <a:solidFill>
                  <a:schemeClr val="bg1"/>
                </a:solidFill>
                <a:sym typeface="Wingdings" panose="05000000000000000000" pitchFamily="2" charset="2"/>
              </a:rPr>
              <a:t>F</a:t>
            </a:r>
            <a:r>
              <a:rPr lang="en-GB" sz="1800" b="1" dirty="0">
                <a:solidFill>
                  <a:schemeClr val="bg1"/>
                </a:solidFill>
              </a:rPr>
              <a:t>ocus Strain</a:t>
            </a:r>
          </a:p>
          <a:p>
            <a:endParaRPr lang="en-GB" sz="1800" dirty="0">
              <a:solidFill>
                <a:schemeClr val="bg1"/>
              </a:solidFill>
            </a:endParaRPr>
          </a:p>
          <a:p>
            <a:r>
              <a:rPr lang="en-GB" sz="1800" dirty="0">
                <a:solidFill>
                  <a:schemeClr val="bg1"/>
                </a:solidFill>
              </a:rPr>
              <a:t>Workflow followed iterative development. A prototype was created and tested by users. Feedback collected was used to improve interactions and usability of the experience. This resulted in the final version implementing improved interaction and gaze detection. </a:t>
            </a:r>
          </a:p>
          <a:p>
            <a:endParaRPr lang="en-GB" sz="1800" dirty="0">
              <a:solidFill>
                <a:schemeClr val="bg1"/>
              </a:solidFill>
            </a:endParaRPr>
          </a:p>
          <a:p>
            <a:r>
              <a:rPr lang="en-GB" sz="1800" b="1" dirty="0">
                <a:solidFill>
                  <a:schemeClr val="bg1"/>
                </a:solidFill>
              </a:rPr>
              <a:t>Research </a:t>
            </a:r>
            <a:r>
              <a:rPr lang="en-GB" sz="1800" b="1" dirty="0">
                <a:solidFill>
                  <a:schemeClr val="bg1"/>
                </a:solidFill>
                <a:sym typeface="Wingdings" panose="05000000000000000000" pitchFamily="2" charset="2"/>
              </a:rPr>
              <a:t> Prototype  User Testing  Improvements  Final Version</a:t>
            </a:r>
            <a:endParaRPr lang="en-GB" sz="1800" b="1" dirty="0">
              <a:solidFill>
                <a:schemeClr val="bg1"/>
              </a:solidFill>
            </a:endParaRPr>
          </a:p>
        </p:txBody>
      </p:sp>
      <p:sp>
        <p:nvSpPr>
          <p:cNvPr id="12" name="TextBox 11">
            <a:extLst>
              <a:ext uri="{FF2B5EF4-FFF2-40B4-BE49-F238E27FC236}">
                <a16:creationId xmlns:a16="http://schemas.microsoft.com/office/drawing/2014/main" id="{8816A9FA-50CD-BDF4-C168-DAED2BFC33A4}"/>
              </a:ext>
            </a:extLst>
          </p:cNvPr>
          <p:cNvSpPr txBox="1"/>
          <p:nvPr/>
        </p:nvSpPr>
        <p:spPr>
          <a:xfrm>
            <a:off x="7834678" y="12895659"/>
            <a:ext cx="6761947" cy="3036665"/>
          </a:xfrm>
          <a:prstGeom prst="rect">
            <a:avLst/>
          </a:prstGeom>
          <a:noFill/>
          <a:ln w="38100">
            <a:solidFill>
              <a:schemeClr val="bg1"/>
            </a:solidFill>
          </a:ln>
        </p:spPr>
        <p:txBody>
          <a:bodyPr wrap="square" rtlCol="0">
            <a:spAutoFit/>
          </a:bodyPr>
          <a:lstStyle/>
          <a:p>
            <a:r>
              <a:rPr lang="en-GB" b="1" u="sng" dirty="0">
                <a:solidFill>
                  <a:schemeClr val="bg1"/>
                </a:solidFill>
              </a:rPr>
              <a:t>Future Work</a:t>
            </a:r>
            <a:endParaRPr lang="en-GB" sz="1100" b="1" u="sng" dirty="0">
              <a:solidFill>
                <a:schemeClr val="bg1"/>
              </a:solidFill>
            </a:endParaRPr>
          </a:p>
          <a:p>
            <a:pPr marL="285750" indent="-285750">
              <a:buFont typeface="Wingdings" panose="05000000000000000000" pitchFamily="2" charset="2"/>
              <a:buChar char="v"/>
            </a:pPr>
            <a:r>
              <a:rPr lang="en-GB" sz="1800" dirty="0">
                <a:solidFill>
                  <a:schemeClr val="bg1"/>
                </a:solidFill>
              </a:rPr>
              <a:t>Narration within the experience</a:t>
            </a:r>
          </a:p>
          <a:p>
            <a:pPr marL="285750" indent="-285750">
              <a:buFont typeface="Wingdings" panose="05000000000000000000" pitchFamily="2" charset="2"/>
              <a:buChar char="v"/>
            </a:pPr>
            <a:endParaRPr lang="en-GB" sz="1800" dirty="0">
              <a:solidFill>
                <a:schemeClr val="bg1"/>
              </a:solidFill>
            </a:endParaRPr>
          </a:p>
          <a:p>
            <a:pPr marL="285750" indent="-285750">
              <a:buFont typeface="Wingdings" panose="05000000000000000000" pitchFamily="2" charset="2"/>
              <a:buChar char="v"/>
            </a:pPr>
            <a:r>
              <a:rPr lang="en-GB" sz="1800" dirty="0">
                <a:solidFill>
                  <a:schemeClr val="bg1"/>
                </a:solidFill>
              </a:rPr>
              <a:t>Accessibility settings</a:t>
            </a:r>
          </a:p>
          <a:p>
            <a:endParaRPr lang="en-GB" sz="1800" dirty="0">
              <a:solidFill>
                <a:schemeClr val="bg1"/>
              </a:solidFill>
            </a:endParaRPr>
          </a:p>
          <a:p>
            <a:pPr marL="285750" indent="-285750">
              <a:buFont typeface="Wingdings" panose="05000000000000000000" pitchFamily="2" charset="2"/>
              <a:buChar char="v"/>
            </a:pPr>
            <a:r>
              <a:rPr lang="en-GB" sz="1800" dirty="0">
                <a:solidFill>
                  <a:schemeClr val="bg1"/>
                </a:solidFill>
              </a:rPr>
              <a:t>Changing gaze detection to use eye Tracking</a:t>
            </a:r>
          </a:p>
          <a:p>
            <a:pPr marL="285750" indent="-285750">
              <a:buFont typeface="Wingdings" panose="05000000000000000000" pitchFamily="2" charset="2"/>
              <a:buChar char="v"/>
            </a:pPr>
            <a:endParaRPr lang="en-GB" sz="1800" dirty="0">
              <a:solidFill>
                <a:schemeClr val="bg1"/>
              </a:solidFill>
            </a:endParaRPr>
          </a:p>
          <a:p>
            <a:pPr marL="285750" indent="-285750">
              <a:buFont typeface="Wingdings" panose="05000000000000000000" pitchFamily="2" charset="2"/>
              <a:buChar char="v"/>
            </a:pPr>
            <a:r>
              <a:rPr lang="en-GB" sz="1800" dirty="0">
                <a:solidFill>
                  <a:schemeClr val="bg1"/>
                </a:solidFill>
              </a:rPr>
              <a:t>Additional environments</a:t>
            </a:r>
          </a:p>
          <a:p>
            <a:pPr marL="285750" indent="-285750">
              <a:buFont typeface="Wingdings" panose="05000000000000000000" pitchFamily="2" charset="2"/>
              <a:buChar char="v"/>
            </a:pPr>
            <a:endParaRPr lang="en-GB" sz="1800" dirty="0">
              <a:solidFill>
                <a:schemeClr val="bg1"/>
              </a:solidFill>
            </a:endParaRPr>
          </a:p>
          <a:p>
            <a:pPr marL="285750" indent="-285750">
              <a:buFont typeface="Wingdings" panose="05000000000000000000" pitchFamily="2" charset="2"/>
              <a:buChar char="v"/>
            </a:pPr>
            <a:r>
              <a:rPr lang="en-GB" sz="1800" dirty="0">
                <a:solidFill>
                  <a:schemeClr val="bg1"/>
                </a:solidFill>
              </a:rPr>
              <a:t>More intuitive light switch interaction </a:t>
            </a:r>
          </a:p>
        </p:txBody>
      </p:sp>
      <p:pic>
        <p:nvPicPr>
          <p:cNvPr id="9" name="Picture 8">
            <a:extLst>
              <a:ext uri="{FF2B5EF4-FFF2-40B4-BE49-F238E27FC236}">
                <a16:creationId xmlns:a16="http://schemas.microsoft.com/office/drawing/2014/main" id="{0C23F8B5-6FC1-0BEB-9776-4F00E37186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2634" y="19658520"/>
            <a:ext cx="1295126" cy="1678914"/>
          </a:xfrm>
          <a:prstGeom prst="rect">
            <a:avLst/>
          </a:prstGeom>
        </p:spPr>
      </p:pic>
      <p:pic>
        <p:nvPicPr>
          <p:cNvPr id="14" name="Picture 13">
            <a:extLst>
              <a:ext uri="{FF2B5EF4-FFF2-40B4-BE49-F238E27FC236}">
                <a16:creationId xmlns:a16="http://schemas.microsoft.com/office/drawing/2014/main" id="{E91EC4BA-633C-84D8-470A-0A349FCA47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50461" y="19612329"/>
            <a:ext cx="1492246" cy="1771296"/>
          </a:xfrm>
          <a:prstGeom prst="rect">
            <a:avLst/>
          </a:prstGeom>
        </p:spPr>
      </p:pic>
      <p:sp>
        <p:nvSpPr>
          <p:cNvPr id="4" name="TextBox 3">
            <a:extLst>
              <a:ext uri="{FF2B5EF4-FFF2-40B4-BE49-F238E27FC236}">
                <a16:creationId xmlns:a16="http://schemas.microsoft.com/office/drawing/2014/main" id="{AC329035-6439-40C3-3460-748197047C90}"/>
              </a:ext>
            </a:extLst>
          </p:cNvPr>
          <p:cNvSpPr txBox="1"/>
          <p:nvPr/>
        </p:nvSpPr>
        <p:spPr>
          <a:xfrm>
            <a:off x="3167760" y="20036312"/>
            <a:ext cx="2217906" cy="461665"/>
          </a:xfrm>
          <a:prstGeom prst="rect">
            <a:avLst/>
          </a:prstGeom>
          <a:noFill/>
        </p:spPr>
        <p:txBody>
          <a:bodyPr wrap="square" rtlCol="0">
            <a:spAutoFit/>
          </a:bodyPr>
          <a:lstStyle/>
          <a:p>
            <a:r>
              <a:rPr lang="en-GB" sz="2400" dirty="0">
                <a:solidFill>
                  <a:schemeClr val="bg1"/>
                </a:solidFill>
                <a:sym typeface="Wingdings" panose="05000000000000000000" pitchFamily="2" charset="2"/>
              </a:rPr>
              <a:t></a:t>
            </a:r>
            <a:r>
              <a:rPr lang="en-GB" sz="2400" dirty="0">
                <a:solidFill>
                  <a:schemeClr val="bg1"/>
                </a:solidFill>
              </a:rPr>
              <a:t> References</a:t>
            </a:r>
            <a:endParaRPr lang="en-GB" dirty="0">
              <a:solidFill>
                <a:schemeClr val="bg1"/>
              </a:solidFill>
            </a:endParaRPr>
          </a:p>
        </p:txBody>
      </p:sp>
      <p:sp>
        <p:nvSpPr>
          <p:cNvPr id="15" name="TextBox 14">
            <a:extLst>
              <a:ext uri="{FF2B5EF4-FFF2-40B4-BE49-F238E27FC236}">
                <a16:creationId xmlns:a16="http://schemas.microsoft.com/office/drawing/2014/main" id="{B012EC3E-46FF-E236-99D3-9BEE5FE7A7AC}"/>
              </a:ext>
            </a:extLst>
          </p:cNvPr>
          <p:cNvSpPr txBox="1"/>
          <p:nvPr/>
        </p:nvSpPr>
        <p:spPr>
          <a:xfrm>
            <a:off x="8838863" y="20036313"/>
            <a:ext cx="3011598" cy="461664"/>
          </a:xfrm>
          <a:prstGeom prst="rect">
            <a:avLst/>
          </a:prstGeom>
          <a:noFill/>
        </p:spPr>
        <p:txBody>
          <a:bodyPr wrap="square" rtlCol="0">
            <a:spAutoFit/>
          </a:bodyPr>
          <a:lstStyle/>
          <a:p>
            <a:r>
              <a:rPr lang="en-GB" sz="2400" dirty="0">
                <a:solidFill>
                  <a:schemeClr val="bg1"/>
                </a:solidFill>
                <a:sym typeface="Wingdings" panose="05000000000000000000" pitchFamily="2" charset="2"/>
              </a:rPr>
              <a:t>Project Repository </a:t>
            </a:r>
            <a:endParaRPr lang="en-GB" dirty="0">
              <a:solidFill>
                <a:schemeClr val="bg1"/>
              </a:solidFill>
            </a:endParaRPr>
          </a:p>
        </p:txBody>
      </p:sp>
    </p:spTree>
    <p:extLst>
      <p:ext uri="{BB962C8B-B14F-4D97-AF65-F5344CB8AC3E}">
        <p14:creationId xmlns:p14="http://schemas.microsoft.com/office/powerpoint/2010/main" val="697079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434</Words>
  <Application>Microsoft Office PowerPoint</Application>
  <PresentationFormat>Custom</PresentationFormat>
  <Paragraphs>52</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An Educational Virtual Reality Approach to Raising Awareness of Digital Eye Strain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 S (FCES)</dc:creator>
  <cp:lastModifiedBy>Ha S (FCES)</cp:lastModifiedBy>
  <cp:revision>100</cp:revision>
  <dcterms:created xsi:type="dcterms:W3CDTF">2026-03-10T11:07:46Z</dcterms:created>
  <dcterms:modified xsi:type="dcterms:W3CDTF">2026-03-13T23:19:35Z</dcterms:modified>
</cp:coreProperties>
</file>