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1128" y="-6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965056"/>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39037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20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7149582"/>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37603"/>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837603"/>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1051" t="10655" b="4861"/>
          <a:stretch>
            <a:fillRect/>
          </a:stretch>
        </p:blipFill>
        <p:spPr>
          <a:xfrm>
            <a:off x="7840742" y="16136017"/>
            <a:ext cx="6734112" cy="3036665"/>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934898" y="9541863"/>
            <a:ext cx="5992715" cy="3143418"/>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8191739" y="9495111"/>
            <a:ext cx="6048575" cy="3175656"/>
          </a:xfrm>
          <a:prstGeom prst="rect">
            <a:avLst/>
          </a:prstGeom>
        </p:spPr>
      </p:pic>
      <p:pic>
        <p:nvPicPr>
          <p:cNvPr id="20" name="Picture 19">
            <a:extLst>
              <a:ext uri="{FF2B5EF4-FFF2-40B4-BE49-F238E27FC236}">
                <a16:creationId xmlns:a16="http://schemas.microsoft.com/office/drawing/2014/main" id="{EEBCAD7F-C4FF-0A48-5B09-3C33B8451C3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594624" y="19508063"/>
            <a:ext cx="1451134" cy="1875562"/>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92" y="19508062"/>
            <a:ext cx="1451134" cy="1875562"/>
          </a:xfrm>
          <a:prstGeom prst="rect">
            <a:avLst/>
          </a:prstGeom>
        </p:spPr>
      </p:pic>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TotalTime>
  <Words>429</Words>
  <Application>Microsoft Office PowerPoint</Application>
  <PresentationFormat>Custom</PresentationFormat>
  <Paragraphs>50</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113</cp:revision>
  <dcterms:created xsi:type="dcterms:W3CDTF">2026-03-10T11:07:46Z</dcterms:created>
  <dcterms:modified xsi:type="dcterms:W3CDTF">2026-03-14T21:49:35Z</dcterms:modified>
</cp:coreProperties>
</file>