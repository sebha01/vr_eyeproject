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Lst>
  <p:sldSz cx="15119350" cy="21383625"/>
  <p:notesSz cx="6858000" cy="9144000"/>
  <p:defaultTextStyle>
    <a:defPPr>
      <a:defRPr lang="en-US"/>
    </a:defPPr>
    <a:lvl1pPr marL="0" algn="l" defTabSz="1489832" rtl="0" eaLnBrk="1" latinLnBrk="0" hangingPunct="1">
      <a:defRPr sz="2933" kern="1200">
        <a:solidFill>
          <a:schemeClr val="tx1"/>
        </a:solidFill>
        <a:latin typeface="+mn-lt"/>
        <a:ea typeface="+mn-ea"/>
        <a:cs typeface="+mn-cs"/>
      </a:defRPr>
    </a:lvl1pPr>
    <a:lvl2pPr marL="744916" algn="l" defTabSz="1489832" rtl="0" eaLnBrk="1" latinLnBrk="0" hangingPunct="1">
      <a:defRPr sz="2933" kern="1200">
        <a:solidFill>
          <a:schemeClr val="tx1"/>
        </a:solidFill>
        <a:latin typeface="+mn-lt"/>
        <a:ea typeface="+mn-ea"/>
        <a:cs typeface="+mn-cs"/>
      </a:defRPr>
    </a:lvl2pPr>
    <a:lvl3pPr marL="1489832" algn="l" defTabSz="1489832" rtl="0" eaLnBrk="1" latinLnBrk="0" hangingPunct="1">
      <a:defRPr sz="2933" kern="1200">
        <a:solidFill>
          <a:schemeClr val="tx1"/>
        </a:solidFill>
        <a:latin typeface="+mn-lt"/>
        <a:ea typeface="+mn-ea"/>
        <a:cs typeface="+mn-cs"/>
      </a:defRPr>
    </a:lvl3pPr>
    <a:lvl4pPr marL="2234748" algn="l" defTabSz="1489832" rtl="0" eaLnBrk="1" latinLnBrk="0" hangingPunct="1">
      <a:defRPr sz="2933" kern="1200">
        <a:solidFill>
          <a:schemeClr val="tx1"/>
        </a:solidFill>
        <a:latin typeface="+mn-lt"/>
        <a:ea typeface="+mn-ea"/>
        <a:cs typeface="+mn-cs"/>
      </a:defRPr>
    </a:lvl4pPr>
    <a:lvl5pPr marL="2979664" algn="l" defTabSz="1489832" rtl="0" eaLnBrk="1" latinLnBrk="0" hangingPunct="1">
      <a:defRPr sz="2933" kern="1200">
        <a:solidFill>
          <a:schemeClr val="tx1"/>
        </a:solidFill>
        <a:latin typeface="+mn-lt"/>
        <a:ea typeface="+mn-ea"/>
        <a:cs typeface="+mn-cs"/>
      </a:defRPr>
    </a:lvl5pPr>
    <a:lvl6pPr marL="3724580" algn="l" defTabSz="1489832" rtl="0" eaLnBrk="1" latinLnBrk="0" hangingPunct="1">
      <a:defRPr sz="2933" kern="1200">
        <a:solidFill>
          <a:schemeClr val="tx1"/>
        </a:solidFill>
        <a:latin typeface="+mn-lt"/>
        <a:ea typeface="+mn-ea"/>
        <a:cs typeface="+mn-cs"/>
      </a:defRPr>
    </a:lvl6pPr>
    <a:lvl7pPr marL="4469496" algn="l" defTabSz="1489832" rtl="0" eaLnBrk="1" latinLnBrk="0" hangingPunct="1">
      <a:defRPr sz="2933" kern="1200">
        <a:solidFill>
          <a:schemeClr val="tx1"/>
        </a:solidFill>
        <a:latin typeface="+mn-lt"/>
        <a:ea typeface="+mn-ea"/>
        <a:cs typeface="+mn-cs"/>
      </a:defRPr>
    </a:lvl7pPr>
    <a:lvl8pPr marL="5214412" algn="l" defTabSz="1489832" rtl="0" eaLnBrk="1" latinLnBrk="0" hangingPunct="1">
      <a:defRPr sz="2933" kern="1200">
        <a:solidFill>
          <a:schemeClr val="tx1"/>
        </a:solidFill>
        <a:latin typeface="+mn-lt"/>
        <a:ea typeface="+mn-ea"/>
        <a:cs typeface="+mn-cs"/>
      </a:defRPr>
    </a:lvl8pPr>
    <a:lvl9pPr marL="5959328" algn="l" defTabSz="1489832" rtl="0" eaLnBrk="1" latinLnBrk="0" hangingPunct="1">
      <a:defRPr sz="2933"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34" d="100"/>
          <a:sy n="34" d="100"/>
        </p:scale>
        <p:origin x="1948" y="6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3"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ableStyles" Target="tableStyles.xml"/><Relationship Id="rId5" Type="http://schemas.openxmlformats.org/officeDocument/2006/relationships/theme" Target="theme/theme1.xml"/><Relationship Id="rId4"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BD7807-0E85-C377-5545-69C3E90052A6}"/>
              </a:ext>
            </a:extLst>
          </p:cNvPr>
          <p:cNvSpPr>
            <a:spLocks noGrp="1"/>
          </p:cNvSpPr>
          <p:nvPr>
            <p:ph type="ctrTitle"/>
          </p:nvPr>
        </p:nvSpPr>
        <p:spPr>
          <a:xfrm>
            <a:off x="1889919" y="3499592"/>
            <a:ext cx="11339513" cy="7444669"/>
          </a:xfrm>
        </p:spPr>
        <p:txBody>
          <a:bodyPr anchor="b"/>
          <a:lstStyle>
            <a:lvl1pPr algn="ctr">
              <a:defRPr sz="4725"/>
            </a:lvl1pPr>
          </a:lstStyle>
          <a:p>
            <a:r>
              <a:rPr lang="en-US"/>
              <a:t>Click to edit Master title style</a:t>
            </a:r>
            <a:endParaRPr lang="en-GB"/>
          </a:p>
        </p:txBody>
      </p:sp>
      <p:sp>
        <p:nvSpPr>
          <p:cNvPr id="3" name="Subtitle 2">
            <a:extLst>
              <a:ext uri="{FF2B5EF4-FFF2-40B4-BE49-F238E27FC236}">
                <a16:creationId xmlns:a16="http://schemas.microsoft.com/office/drawing/2014/main" id="{66992727-F301-F3A2-1D89-5C99C592FA8C}"/>
              </a:ext>
            </a:extLst>
          </p:cNvPr>
          <p:cNvSpPr>
            <a:spLocks noGrp="1"/>
          </p:cNvSpPr>
          <p:nvPr>
            <p:ph type="subTitle" idx="1"/>
          </p:nvPr>
        </p:nvSpPr>
        <p:spPr>
          <a:xfrm>
            <a:off x="1889919" y="11231354"/>
            <a:ext cx="11339513" cy="5162758"/>
          </a:xfrm>
        </p:spPr>
        <p:txBody>
          <a:bodyPr/>
          <a:lstStyle>
            <a:lvl1pPr marL="0" indent="0" algn="ctr">
              <a:buNone/>
              <a:defRPr sz="1890"/>
            </a:lvl1pPr>
            <a:lvl2pPr marL="360045" indent="0" algn="ctr">
              <a:buNone/>
              <a:defRPr sz="1575"/>
            </a:lvl2pPr>
            <a:lvl3pPr marL="720090" indent="0" algn="ctr">
              <a:buNone/>
              <a:defRPr sz="1418"/>
            </a:lvl3pPr>
            <a:lvl4pPr marL="1080135" indent="0" algn="ctr">
              <a:buNone/>
              <a:defRPr sz="1260"/>
            </a:lvl4pPr>
            <a:lvl5pPr marL="1440180" indent="0" algn="ctr">
              <a:buNone/>
              <a:defRPr sz="1260"/>
            </a:lvl5pPr>
            <a:lvl6pPr marL="1800225" indent="0" algn="ctr">
              <a:buNone/>
              <a:defRPr sz="1260"/>
            </a:lvl6pPr>
            <a:lvl7pPr marL="2160270" indent="0" algn="ctr">
              <a:buNone/>
              <a:defRPr sz="1260"/>
            </a:lvl7pPr>
            <a:lvl8pPr marL="2520315" indent="0" algn="ctr">
              <a:buNone/>
              <a:defRPr sz="1260"/>
            </a:lvl8pPr>
            <a:lvl9pPr marL="2880360" indent="0" algn="ctr">
              <a:buNone/>
              <a:defRPr sz="126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9322D930-767E-E591-B7C5-0A5033620A40}"/>
              </a:ext>
            </a:extLst>
          </p:cNvPr>
          <p:cNvSpPr>
            <a:spLocks noGrp="1"/>
          </p:cNvSpPr>
          <p:nvPr>
            <p:ph type="dt" sz="half" idx="10"/>
          </p:nvPr>
        </p:nvSpPr>
        <p:spPr/>
        <p:txBody>
          <a:bodyPr/>
          <a:lstStyle/>
          <a:p>
            <a:fld id="{2F203B3E-B53B-46D0-941F-66BD0CE762F2}" type="datetimeFigureOut">
              <a:rPr lang="en-GB" smtClean="0"/>
              <a:t>20/03/2026</a:t>
            </a:fld>
            <a:endParaRPr lang="en-GB"/>
          </a:p>
        </p:txBody>
      </p:sp>
      <p:sp>
        <p:nvSpPr>
          <p:cNvPr id="5" name="Footer Placeholder 4">
            <a:extLst>
              <a:ext uri="{FF2B5EF4-FFF2-40B4-BE49-F238E27FC236}">
                <a16:creationId xmlns:a16="http://schemas.microsoft.com/office/drawing/2014/main" id="{3F99CD54-716C-8850-EF98-6F67559DB508}"/>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E5A70FA1-5CA2-BC18-2B72-7981F185493B}"/>
              </a:ext>
            </a:extLst>
          </p:cNvPr>
          <p:cNvSpPr>
            <a:spLocks noGrp="1"/>
          </p:cNvSpPr>
          <p:nvPr>
            <p:ph type="sldNum" sz="quarter" idx="12"/>
          </p:nvPr>
        </p:nvSpPr>
        <p:spPr/>
        <p:txBody>
          <a:bodyPr/>
          <a:lstStyle/>
          <a:p>
            <a:fld id="{E1B668CB-675C-45A9-9F35-976624BFDA54}" type="slidenum">
              <a:rPr lang="en-GB" smtClean="0"/>
              <a:t>‹#›</a:t>
            </a:fld>
            <a:endParaRPr lang="en-GB"/>
          </a:p>
        </p:txBody>
      </p:sp>
    </p:spTree>
    <p:extLst>
      <p:ext uri="{BB962C8B-B14F-4D97-AF65-F5344CB8AC3E}">
        <p14:creationId xmlns:p14="http://schemas.microsoft.com/office/powerpoint/2010/main" val="100452417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81AFF5-C2EA-B26B-1C3A-A97F242360A5}"/>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637AF97A-C5C3-E05D-2A20-32B7341BBB9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24A1AF6C-9B5A-7E4F-EE5F-E7CF25CCDAC5}"/>
              </a:ext>
            </a:extLst>
          </p:cNvPr>
          <p:cNvSpPr>
            <a:spLocks noGrp="1"/>
          </p:cNvSpPr>
          <p:nvPr>
            <p:ph type="dt" sz="half" idx="10"/>
          </p:nvPr>
        </p:nvSpPr>
        <p:spPr/>
        <p:txBody>
          <a:bodyPr/>
          <a:lstStyle/>
          <a:p>
            <a:fld id="{2F203B3E-B53B-46D0-941F-66BD0CE762F2}" type="datetimeFigureOut">
              <a:rPr lang="en-GB" smtClean="0"/>
              <a:t>20/03/2026</a:t>
            </a:fld>
            <a:endParaRPr lang="en-GB"/>
          </a:p>
        </p:txBody>
      </p:sp>
      <p:sp>
        <p:nvSpPr>
          <p:cNvPr id="5" name="Footer Placeholder 4">
            <a:extLst>
              <a:ext uri="{FF2B5EF4-FFF2-40B4-BE49-F238E27FC236}">
                <a16:creationId xmlns:a16="http://schemas.microsoft.com/office/drawing/2014/main" id="{20E7232F-6978-1749-A8C0-BA8DA50BC8D4}"/>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A3D39DF-7A7C-9C42-2D42-2D452DC41B07}"/>
              </a:ext>
            </a:extLst>
          </p:cNvPr>
          <p:cNvSpPr>
            <a:spLocks noGrp="1"/>
          </p:cNvSpPr>
          <p:nvPr>
            <p:ph type="sldNum" sz="quarter" idx="12"/>
          </p:nvPr>
        </p:nvSpPr>
        <p:spPr/>
        <p:txBody>
          <a:bodyPr/>
          <a:lstStyle/>
          <a:p>
            <a:fld id="{E1B668CB-675C-45A9-9F35-976624BFDA54}" type="slidenum">
              <a:rPr lang="en-GB" smtClean="0"/>
              <a:t>‹#›</a:t>
            </a:fld>
            <a:endParaRPr lang="en-GB"/>
          </a:p>
        </p:txBody>
      </p:sp>
    </p:spTree>
    <p:extLst>
      <p:ext uri="{BB962C8B-B14F-4D97-AF65-F5344CB8AC3E}">
        <p14:creationId xmlns:p14="http://schemas.microsoft.com/office/powerpoint/2010/main" val="75967057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A51EDE-2D12-A729-C55E-98CACC66FC77}"/>
              </a:ext>
            </a:extLst>
          </p:cNvPr>
          <p:cNvSpPr>
            <a:spLocks noGrp="1"/>
          </p:cNvSpPr>
          <p:nvPr>
            <p:ph type="title"/>
          </p:nvPr>
        </p:nvSpPr>
        <p:spPr>
          <a:xfrm>
            <a:off x="1031582" y="5331061"/>
            <a:ext cx="13040439" cy="8894992"/>
          </a:xfrm>
        </p:spPr>
        <p:txBody>
          <a:bodyPr anchor="b"/>
          <a:lstStyle>
            <a:lvl1pPr>
              <a:defRPr sz="4725"/>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D8628A2F-C846-7DF1-6F0C-80DEB2827653}"/>
              </a:ext>
            </a:extLst>
          </p:cNvPr>
          <p:cNvSpPr>
            <a:spLocks noGrp="1"/>
          </p:cNvSpPr>
          <p:nvPr>
            <p:ph type="body" idx="1"/>
          </p:nvPr>
        </p:nvSpPr>
        <p:spPr>
          <a:xfrm>
            <a:off x="1031582" y="14310204"/>
            <a:ext cx="13040439" cy="4677666"/>
          </a:xfrm>
        </p:spPr>
        <p:txBody>
          <a:bodyPr/>
          <a:lstStyle>
            <a:lvl1pPr marL="0" indent="0">
              <a:buNone/>
              <a:defRPr sz="1890">
                <a:solidFill>
                  <a:schemeClr val="tx1">
                    <a:tint val="82000"/>
                  </a:schemeClr>
                </a:solidFill>
              </a:defRPr>
            </a:lvl1pPr>
            <a:lvl2pPr marL="360045" indent="0">
              <a:buNone/>
              <a:defRPr sz="1575">
                <a:solidFill>
                  <a:schemeClr val="tx1">
                    <a:tint val="82000"/>
                  </a:schemeClr>
                </a:solidFill>
              </a:defRPr>
            </a:lvl2pPr>
            <a:lvl3pPr marL="720090" indent="0">
              <a:buNone/>
              <a:defRPr sz="1418">
                <a:solidFill>
                  <a:schemeClr val="tx1">
                    <a:tint val="82000"/>
                  </a:schemeClr>
                </a:solidFill>
              </a:defRPr>
            </a:lvl3pPr>
            <a:lvl4pPr marL="1080135" indent="0">
              <a:buNone/>
              <a:defRPr sz="1260">
                <a:solidFill>
                  <a:schemeClr val="tx1">
                    <a:tint val="82000"/>
                  </a:schemeClr>
                </a:solidFill>
              </a:defRPr>
            </a:lvl4pPr>
            <a:lvl5pPr marL="1440180" indent="0">
              <a:buNone/>
              <a:defRPr sz="1260">
                <a:solidFill>
                  <a:schemeClr val="tx1">
                    <a:tint val="82000"/>
                  </a:schemeClr>
                </a:solidFill>
              </a:defRPr>
            </a:lvl5pPr>
            <a:lvl6pPr marL="1800225" indent="0">
              <a:buNone/>
              <a:defRPr sz="1260">
                <a:solidFill>
                  <a:schemeClr val="tx1">
                    <a:tint val="82000"/>
                  </a:schemeClr>
                </a:solidFill>
              </a:defRPr>
            </a:lvl6pPr>
            <a:lvl7pPr marL="2160270" indent="0">
              <a:buNone/>
              <a:defRPr sz="1260">
                <a:solidFill>
                  <a:schemeClr val="tx1">
                    <a:tint val="82000"/>
                  </a:schemeClr>
                </a:solidFill>
              </a:defRPr>
            </a:lvl7pPr>
            <a:lvl8pPr marL="2520315" indent="0">
              <a:buNone/>
              <a:defRPr sz="1260">
                <a:solidFill>
                  <a:schemeClr val="tx1">
                    <a:tint val="82000"/>
                  </a:schemeClr>
                </a:solidFill>
              </a:defRPr>
            </a:lvl8pPr>
            <a:lvl9pPr marL="2880360" indent="0">
              <a:buNone/>
              <a:defRPr sz="126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09BA5BF-9718-881F-4ADD-65392EB1EABA}"/>
              </a:ext>
            </a:extLst>
          </p:cNvPr>
          <p:cNvSpPr>
            <a:spLocks noGrp="1"/>
          </p:cNvSpPr>
          <p:nvPr>
            <p:ph type="dt" sz="half" idx="10"/>
          </p:nvPr>
        </p:nvSpPr>
        <p:spPr/>
        <p:txBody>
          <a:bodyPr/>
          <a:lstStyle/>
          <a:p>
            <a:fld id="{2F203B3E-B53B-46D0-941F-66BD0CE762F2}" type="datetimeFigureOut">
              <a:rPr lang="en-GB" smtClean="0"/>
              <a:t>20/03/2026</a:t>
            </a:fld>
            <a:endParaRPr lang="en-GB"/>
          </a:p>
        </p:txBody>
      </p:sp>
      <p:sp>
        <p:nvSpPr>
          <p:cNvPr id="5" name="Footer Placeholder 4">
            <a:extLst>
              <a:ext uri="{FF2B5EF4-FFF2-40B4-BE49-F238E27FC236}">
                <a16:creationId xmlns:a16="http://schemas.microsoft.com/office/drawing/2014/main" id="{AA12F668-E0AD-2D95-CF5A-9725046759C1}"/>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225B31C9-4740-32DB-1071-01F4FF57DC7B}"/>
              </a:ext>
            </a:extLst>
          </p:cNvPr>
          <p:cNvSpPr>
            <a:spLocks noGrp="1"/>
          </p:cNvSpPr>
          <p:nvPr>
            <p:ph type="sldNum" sz="quarter" idx="12"/>
          </p:nvPr>
        </p:nvSpPr>
        <p:spPr/>
        <p:txBody>
          <a:bodyPr/>
          <a:lstStyle/>
          <a:p>
            <a:fld id="{E1B668CB-675C-45A9-9F35-976624BFDA54}" type="slidenum">
              <a:rPr lang="en-GB" smtClean="0"/>
              <a:t>‹#›</a:t>
            </a:fld>
            <a:endParaRPr lang="en-GB"/>
          </a:p>
        </p:txBody>
      </p:sp>
    </p:spTree>
    <p:extLst>
      <p:ext uri="{BB962C8B-B14F-4D97-AF65-F5344CB8AC3E}">
        <p14:creationId xmlns:p14="http://schemas.microsoft.com/office/powerpoint/2010/main" val="160441416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C66C38-B5B6-A2A9-F685-5BA9EBBFF83A}"/>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4BE17E5B-A3DC-E52A-9323-72C30EBC2B4E}"/>
              </a:ext>
            </a:extLst>
          </p:cNvPr>
          <p:cNvSpPr>
            <a:spLocks noGrp="1"/>
          </p:cNvSpPr>
          <p:nvPr>
            <p:ph sz="half" idx="1"/>
          </p:nvPr>
        </p:nvSpPr>
        <p:spPr>
          <a:xfrm>
            <a:off x="1039456" y="5692400"/>
            <a:ext cx="6425724" cy="1356771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0255D653-C3FA-7C64-021B-89AE165B8B42}"/>
              </a:ext>
            </a:extLst>
          </p:cNvPr>
          <p:cNvSpPr>
            <a:spLocks noGrp="1"/>
          </p:cNvSpPr>
          <p:nvPr>
            <p:ph sz="half" idx="2"/>
          </p:nvPr>
        </p:nvSpPr>
        <p:spPr>
          <a:xfrm>
            <a:off x="7654172" y="5692400"/>
            <a:ext cx="6425724" cy="1356771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170D3C73-080B-4EB1-F1B1-CC2D378D430E}"/>
              </a:ext>
            </a:extLst>
          </p:cNvPr>
          <p:cNvSpPr>
            <a:spLocks noGrp="1"/>
          </p:cNvSpPr>
          <p:nvPr>
            <p:ph type="dt" sz="half" idx="10"/>
          </p:nvPr>
        </p:nvSpPr>
        <p:spPr/>
        <p:txBody>
          <a:bodyPr/>
          <a:lstStyle/>
          <a:p>
            <a:fld id="{2F203B3E-B53B-46D0-941F-66BD0CE762F2}" type="datetimeFigureOut">
              <a:rPr lang="en-GB" smtClean="0"/>
              <a:t>20/03/2026</a:t>
            </a:fld>
            <a:endParaRPr lang="en-GB"/>
          </a:p>
        </p:txBody>
      </p:sp>
      <p:sp>
        <p:nvSpPr>
          <p:cNvPr id="6" name="Footer Placeholder 5">
            <a:extLst>
              <a:ext uri="{FF2B5EF4-FFF2-40B4-BE49-F238E27FC236}">
                <a16:creationId xmlns:a16="http://schemas.microsoft.com/office/drawing/2014/main" id="{85768FD4-4754-2A96-5B99-32EB9A9C040E}"/>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20F2B9C8-3F0D-4D27-DDC6-960C8BD771CC}"/>
              </a:ext>
            </a:extLst>
          </p:cNvPr>
          <p:cNvSpPr>
            <a:spLocks noGrp="1"/>
          </p:cNvSpPr>
          <p:nvPr>
            <p:ph type="sldNum" sz="quarter" idx="12"/>
          </p:nvPr>
        </p:nvSpPr>
        <p:spPr/>
        <p:txBody>
          <a:bodyPr/>
          <a:lstStyle/>
          <a:p>
            <a:fld id="{E1B668CB-675C-45A9-9F35-976624BFDA54}" type="slidenum">
              <a:rPr lang="en-GB" smtClean="0"/>
              <a:t>‹#›</a:t>
            </a:fld>
            <a:endParaRPr lang="en-GB"/>
          </a:p>
        </p:txBody>
      </p:sp>
    </p:spTree>
    <p:extLst>
      <p:ext uri="{BB962C8B-B14F-4D97-AF65-F5344CB8AC3E}">
        <p14:creationId xmlns:p14="http://schemas.microsoft.com/office/powerpoint/2010/main" val="340547855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67D78F-4D53-136E-2444-4F2DF5DF544A}"/>
              </a:ext>
            </a:extLst>
          </p:cNvPr>
          <p:cNvSpPr>
            <a:spLocks noGrp="1"/>
          </p:cNvSpPr>
          <p:nvPr>
            <p:ph type="title"/>
          </p:nvPr>
        </p:nvSpPr>
        <p:spPr>
          <a:xfrm>
            <a:off x="1041425" y="1138482"/>
            <a:ext cx="13040439" cy="4133179"/>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A7CD5A08-E723-BBAD-7172-5A7F5CCFA92E}"/>
              </a:ext>
            </a:extLst>
          </p:cNvPr>
          <p:cNvSpPr>
            <a:spLocks noGrp="1"/>
          </p:cNvSpPr>
          <p:nvPr>
            <p:ph type="body" idx="1"/>
          </p:nvPr>
        </p:nvSpPr>
        <p:spPr>
          <a:xfrm>
            <a:off x="1041427" y="5241961"/>
            <a:ext cx="6396193" cy="2569003"/>
          </a:xfrm>
        </p:spPr>
        <p:txBody>
          <a:bodyPr anchor="b"/>
          <a:lstStyle>
            <a:lvl1pPr marL="0" indent="0">
              <a:buNone/>
              <a:defRPr sz="1890" b="1"/>
            </a:lvl1pPr>
            <a:lvl2pPr marL="360045" indent="0">
              <a:buNone/>
              <a:defRPr sz="1575" b="1"/>
            </a:lvl2pPr>
            <a:lvl3pPr marL="720090" indent="0">
              <a:buNone/>
              <a:defRPr sz="1418" b="1"/>
            </a:lvl3pPr>
            <a:lvl4pPr marL="1080135" indent="0">
              <a:buNone/>
              <a:defRPr sz="1260" b="1"/>
            </a:lvl4pPr>
            <a:lvl5pPr marL="1440180" indent="0">
              <a:buNone/>
              <a:defRPr sz="1260" b="1"/>
            </a:lvl5pPr>
            <a:lvl6pPr marL="1800225" indent="0">
              <a:buNone/>
              <a:defRPr sz="1260" b="1"/>
            </a:lvl6pPr>
            <a:lvl7pPr marL="2160270" indent="0">
              <a:buNone/>
              <a:defRPr sz="1260" b="1"/>
            </a:lvl7pPr>
            <a:lvl8pPr marL="2520315" indent="0">
              <a:buNone/>
              <a:defRPr sz="1260" b="1"/>
            </a:lvl8pPr>
            <a:lvl9pPr marL="2880360" indent="0">
              <a:buNone/>
              <a:defRPr sz="1260" b="1"/>
            </a:lvl9pPr>
          </a:lstStyle>
          <a:p>
            <a:pPr lvl="0"/>
            <a:r>
              <a:rPr lang="en-US"/>
              <a:t>Click to edit Master text styles</a:t>
            </a:r>
          </a:p>
        </p:txBody>
      </p:sp>
      <p:sp>
        <p:nvSpPr>
          <p:cNvPr id="4" name="Content Placeholder 3">
            <a:extLst>
              <a:ext uri="{FF2B5EF4-FFF2-40B4-BE49-F238E27FC236}">
                <a16:creationId xmlns:a16="http://schemas.microsoft.com/office/drawing/2014/main" id="{04A214FE-86C7-2A68-6E36-1115EC283875}"/>
              </a:ext>
            </a:extLst>
          </p:cNvPr>
          <p:cNvSpPr>
            <a:spLocks noGrp="1"/>
          </p:cNvSpPr>
          <p:nvPr>
            <p:ph sz="half" idx="2"/>
          </p:nvPr>
        </p:nvSpPr>
        <p:spPr>
          <a:xfrm>
            <a:off x="1041427" y="7810963"/>
            <a:ext cx="6396193" cy="1148875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6641D57C-499A-8195-5043-E4849AF1BE3A}"/>
              </a:ext>
            </a:extLst>
          </p:cNvPr>
          <p:cNvSpPr>
            <a:spLocks noGrp="1"/>
          </p:cNvSpPr>
          <p:nvPr>
            <p:ph type="body" sz="quarter" idx="3"/>
          </p:nvPr>
        </p:nvSpPr>
        <p:spPr>
          <a:xfrm>
            <a:off x="7654171" y="5241961"/>
            <a:ext cx="6427694" cy="2569003"/>
          </a:xfrm>
        </p:spPr>
        <p:txBody>
          <a:bodyPr anchor="b"/>
          <a:lstStyle>
            <a:lvl1pPr marL="0" indent="0">
              <a:buNone/>
              <a:defRPr sz="1890" b="1"/>
            </a:lvl1pPr>
            <a:lvl2pPr marL="360045" indent="0">
              <a:buNone/>
              <a:defRPr sz="1575" b="1"/>
            </a:lvl2pPr>
            <a:lvl3pPr marL="720090" indent="0">
              <a:buNone/>
              <a:defRPr sz="1418" b="1"/>
            </a:lvl3pPr>
            <a:lvl4pPr marL="1080135" indent="0">
              <a:buNone/>
              <a:defRPr sz="1260" b="1"/>
            </a:lvl4pPr>
            <a:lvl5pPr marL="1440180" indent="0">
              <a:buNone/>
              <a:defRPr sz="1260" b="1"/>
            </a:lvl5pPr>
            <a:lvl6pPr marL="1800225" indent="0">
              <a:buNone/>
              <a:defRPr sz="1260" b="1"/>
            </a:lvl6pPr>
            <a:lvl7pPr marL="2160270" indent="0">
              <a:buNone/>
              <a:defRPr sz="1260" b="1"/>
            </a:lvl7pPr>
            <a:lvl8pPr marL="2520315" indent="0">
              <a:buNone/>
              <a:defRPr sz="1260" b="1"/>
            </a:lvl8pPr>
            <a:lvl9pPr marL="2880360" indent="0">
              <a:buNone/>
              <a:defRPr sz="1260" b="1"/>
            </a:lvl9pPr>
          </a:lstStyle>
          <a:p>
            <a:pPr lvl="0"/>
            <a:r>
              <a:rPr lang="en-US"/>
              <a:t>Click to edit Master text styles</a:t>
            </a:r>
          </a:p>
        </p:txBody>
      </p:sp>
      <p:sp>
        <p:nvSpPr>
          <p:cNvPr id="6" name="Content Placeholder 5">
            <a:extLst>
              <a:ext uri="{FF2B5EF4-FFF2-40B4-BE49-F238E27FC236}">
                <a16:creationId xmlns:a16="http://schemas.microsoft.com/office/drawing/2014/main" id="{D951D69F-3D2B-76CE-50F5-942E379B6D31}"/>
              </a:ext>
            </a:extLst>
          </p:cNvPr>
          <p:cNvSpPr>
            <a:spLocks noGrp="1"/>
          </p:cNvSpPr>
          <p:nvPr>
            <p:ph sz="quarter" idx="4"/>
          </p:nvPr>
        </p:nvSpPr>
        <p:spPr>
          <a:xfrm>
            <a:off x="7654171" y="7810963"/>
            <a:ext cx="6427694" cy="1148875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090FD99B-C078-5FE5-C0CD-1CF9806DF5CD}"/>
              </a:ext>
            </a:extLst>
          </p:cNvPr>
          <p:cNvSpPr>
            <a:spLocks noGrp="1"/>
          </p:cNvSpPr>
          <p:nvPr>
            <p:ph type="dt" sz="half" idx="10"/>
          </p:nvPr>
        </p:nvSpPr>
        <p:spPr/>
        <p:txBody>
          <a:bodyPr/>
          <a:lstStyle/>
          <a:p>
            <a:fld id="{2F203B3E-B53B-46D0-941F-66BD0CE762F2}" type="datetimeFigureOut">
              <a:rPr lang="en-GB" smtClean="0"/>
              <a:t>20/03/2026</a:t>
            </a:fld>
            <a:endParaRPr lang="en-GB"/>
          </a:p>
        </p:txBody>
      </p:sp>
      <p:sp>
        <p:nvSpPr>
          <p:cNvPr id="8" name="Footer Placeholder 7">
            <a:extLst>
              <a:ext uri="{FF2B5EF4-FFF2-40B4-BE49-F238E27FC236}">
                <a16:creationId xmlns:a16="http://schemas.microsoft.com/office/drawing/2014/main" id="{937D52FC-D2AE-03A9-B6CA-83782ACFBE20}"/>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2F35DBBD-D207-9A39-810A-7CC5C3D2DCA0}"/>
              </a:ext>
            </a:extLst>
          </p:cNvPr>
          <p:cNvSpPr>
            <a:spLocks noGrp="1"/>
          </p:cNvSpPr>
          <p:nvPr>
            <p:ph type="sldNum" sz="quarter" idx="12"/>
          </p:nvPr>
        </p:nvSpPr>
        <p:spPr/>
        <p:txBody>
          <a:bodyPr/>
          <a:lstStyle/>
          <a:p>
            <a:fld id="{E1B668CB-675C-45A9-9F35-976624BFDA54}" type="slidenum">
              <a:rPr lang="en-GB" smtClean="0"/>
              <a:t>‹#›</a:t>
            </a:fld>
            <a:endParaRPr lang="en-GB"/>
          </a:p>
        </p:txBody>
      </p:sp>
    </p:spTree>
    <p:extLst>
      <p:ext uri="{BB962C8B-B14F-4D97-AF65-F5344CB8AC3E}">
        <p14:creationId xmlns:p14="http://schemas.microsoft.com/office/powerpoint/2010/main" val="362482976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946F0-AF48-5E32-F651-7CF4691ADF42}"/>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07B1548-9217-3C1F-E405-77F6575A14BC}"/>
              </a:ext>
            </a:extLst>
          </p:cNvPr>
          <p:cNvSpPr>
            <a:spLocks noGrp="1"/>
          </p:cNvSpPr>
          <p:nvPr>
            <p:ph type="dt" sz="half" idx="10"/>
          </p:nvPr>
        </p:nvSpPr>
        <p:spPr/>
        <p:txBody>
          <a:bodyPr/>
          <a:lstStyle/>
          <a:p>
            <a:fld id="{2F203B3E-B53B-46D0-941F-66BD0CE762F2}" type="datetimeFigureOut">
              <a:rPr lang="en-GB" smtClean="0"/>
              <a:t>20/03/2026</a:t>
            </a:fld>
            <a:endParaRPr lang="en-GB"/>
          </a:p>
        </p:txBody>
      </p:sp>
      <p:sp>
        <p:nvSpPr>
          <p:cNvPr id="4" name="Footer Placeholder 3">
            <a:extLst>
              <a:ext uri="{FF2B5EF4-FFF2-40B4-BE49-F238E27FC236}">
                <a16:creationId xmlns:a16="http://schemas.microsoft.com/office/drawing/2014/main" id="{4505716E-ECFF-B662-FC5A-A7E0A3C8D90E}"/>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D40D7C05-0D5C-98DF-2B0E-3CF98CF0B478}"/>
              </a:ext>
            </a:extLst>
          </p:cNvPr>
          <p:cNvSpPr>
            <a:spLocks noGrp="1"/>
          </p:cNvSpPr>
          <p:nvPr>
            <p:ph type="sldNum" sz="quarter" idx="12"/>
          </p:nvPr>
        </p:nvSpPr>
        <p:spPr/>
        <p:txBody>
          <a:bodyPr/>
          <a:lstStyle/>
          <a:p>
            <a:fld id="{E1B668CB-675C-45A9-9F35-976624BFDA54}" type="slidenum">
              <a:rPr lang="en-GB" smtClean="0"/>
              <a:t>‹#›</a:t>
            </a:fld>
            <a:endParaRPr lang="en-GB"/>
          </a:p>
        </p:txBody>
      </p:sp>
    </p:spTree>
    <p:extLst>
      <p:ext uri="{BB962C8B-B14F-4D97-AF65-F5344CB8AC3E}">
        <p14:creationId xmlns:p14="http://schemas.microsoft.com/office/powerpoint/2010/main" val="18254585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4A09C8F-17F7-A368-B412-CC4BB85340FA}"/>
              </a:ext>
            </a:extLst>
          </p:cNvPr>
          <p:cNvSpPr>
            <a:spLocks noGrp="1"/>
          </p:cNvSpPr>
          <p:nvPr>
            <p:ph type="dt" sz="half" idx="10"/>
          </p:nvPr>
        </p:nvSpPr>
        <p:spPr/>
        <p:txBody>
          <a:bodyPr/>
          <a:lstStyle/>
          <a:p>
            <a:fld id="{2F203B3E-B53B-46D0-941F-66BD0CE762F2}" type="datetimeFigureOut">
              <a:rPr lang="en-GB" smtClean="0"/>
              <a:t>20/03/2026</a:t>
            </a:fld>
            <a:endParaRPr lang="en-GB"/>
          </a:p>
        </p:txBody>
      </p:sp>
      <p:sp>
        <p:nvSpPr>
          <p:cNvPr id="3" name="Footer Placeholder 2">
            <a:extLst>
              <a:ext uri="{FF2B5EF4-FFF2-40B4-BE49-F238E27FC236}">
                <a16:creationId xmlns:a16="http://schemas.microsoft.com/office/drawing/2014/main" id="{276A4DE3-BF56-2C2A-E9E0-176EDF390BE2}"/>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02524595-8892-D9C9-5F85-E081BD0039B9}"/>
              </a:ext>
            </a:extLst>
          </p:cNvPr>
          <p:cNvSpPr>
            <a:spLocks noGrp="1"/>
          </p:cNvSpPr>
          <p:nvPr>
            <p:ph type="sldNum" sz="quarter" idx="12"/>
          </p:nvPr>
        </p:nvSpPr>
        <p:spPr/>
        <p:txBody>
          <a:bodyPr/>
          <a:lstStyle/>
          <a:p>
            <a:fld id="{E1B668CB-675C-45A9-9F35-976624BFDA54}" type="slidenum">
              <a:rPr lang="en-GB" smtClean="0"/>
              <a:t>‹#›</a:t>
            </a:fld>
            <a:endParaRPr lang="en-GB"/>
          </a:p>
        </p:txBody>
      </p:sp>
    </p:spTree>
    <p:extLst>
      <p:ext uri="{BB962C8B-B14F-4D97-AF65-F5344CB8AC3E}">
        <p14:creationId xmlns:p14="http://schemas.microsoft.com/office/powerpoint/2010/main" val="213994401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45EF62-22A8-7A3E-21F7-9FC82E7D5186}"/>
              </a:ext>
            </a:extLst>
          </p:cNvPr>
          <p:cNvSpPr>
            <a:spLocks noGrp="1"/>
          </p:cNvSpPr>
          <p:nvPr>
            <p:ph type="title"/>
          </p:nvPr>
        </p:nvSpPr>
        <p:spPr>
          <a:xfrm>
            <a:off x="1041425" y="1425575"/>
            <a:ext cx="4876384" cy="4989513"/>
          </a:xfrm>
        </p:spPr>
        <p:txBody>
          <a:bodyPr anchor="b"/>
          <a:lstStyle>
            <a:lvl1pPr>
              <a:defRPr sz="252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84DDC4F1-6D42-A46E-0D47-E15C26E71ECC}"/>
              </a:ext>
            </a:extLst>
          </p:cNvPr>
          <p:cNvSpPr>
            <a:spLocks noGrp="1"/>
          </p:cNvSpPr>
          <p:nvPr>
            <p:ph idx="1"/>
          </p:nvPr>
        </p:nvSpPr>
        <p:spPr>
          <a:xfrm>
            <a:off x="6427692" y="3078848"/>
            <a:ext cx="7654172" cy="15196233"/>
          </a:xfrm>
        </p:spPr>
        <p:txBody>
          <a:bodyPr/>
          <a:lstStyle>
            <a:lvl1pPr>
              <a:defRPr sz="2520"/>
            </a:lvl1pPr>
            <a:lvl2pPr>
              <a:defRPr sz="2205"/>
            </a:lvl2pPr>
            <a:lvl3pPr>
              <a:defRPr sz="1890"/>
            </a:lvl3pPr>
            <a:lvl4pPr>
              <a:defRPr sz="1575"/>
            </a:lvl4pPr>
            <a:lvl5pPr>
              <a:defRPr sz="1575"/>
            </a:lvl5pPr>
            <a:lvl6pPr>
              <a:defRPr sz="1575"/>
            </a:lvl6pPr>
            <a:lvl7pPr>
              <a:defRPr sz="1575"/>
            </a:lvl7pPr>
            <a:lvl8pPr>
              <a:defRPr sz="1575"/>
            </a:lvl8pPr>
            <a:lvl9pPr>
              <a:defRPr sz="1575"/>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34394444-1C87-9E21-2060-71D96721E11D}"/>
              </a:ext>
            </a:extLst>
          </p:cNvPr>
          <p:cNvSpPr>
            <a:spLocks noGrp="1"/>
          </p:cNvSpPr>
          <p:nvPr>
            <p:ph type="body" sz="half" idx="2"/>
          </p:nvPr>
        </p:nvSpPr>
        <p:spPr>
          <a:xfrm>
            <a:off x="1041425" y="6415087"/>
            <a:ext cx="4876384" cy="11884743"/>
          </a:xfrm>
        </p:spPr>
        <p:txBody>
          <a:bodyPr/>
          <a:lstStyle>
            <a:lvl1pPr marL="0" indent="0">
              <a:buNone/>
              <a:defRPr sz="1260"/>
            </a:lvl1pPr>
            <a:lvl2pPr marL="360045" indent="0">
              <a:buNone/>
              <a:defRPr sz="1103"/>
            </a:lvl2pPr>
            <a:lvl3pPr marL="720090" indent="0">
              <a:buNone/>
              <a:defRPr sz="945"/>
            </a:lvl3pPr>
            <a:lvl4pPr marL="1080135" indent="0">
              <a:buNone/>
              <a:defRPr sz="788"/>
            </a:lvl4pPr>
            <a:lvl5pPr marL="1440180" indent="0">
              <a:buNone/>
              <a:defRPr sz="788"/>
            </a:lvl5pPr>
            <a:lvl6pPr marL="1800225" indent="0">
              <a:buNone/>
              <a:defRPr sz="788"/>
            </a:lvl6pPr>
            <a:lvl7pPr marL="2160270" indent="0">
              <a:buNone/>
              <a:defRPr sz="788"/>
            </a:lvl7pPr>
            <a:lvl8pPr marL="2520315" indent="0">
              <a:buNone/>
              <a:defRPr sz="788"/>
            </a:lvl8pPr>
            <a:lvl9pPr marL="2880360" indent="0">
              <a:buNone/>
              <a:defRPr sz="788"/>
            </a:lvl9pPr>
          </a:lstStyle>
          <a:p>
            <a:pPr lvl="0"/>
            <a:r>
              <a:rPr lang="en-US"/>
              <a:t>Click to edit Master text styles</a:t>
            </a:r>
          </a:p>
        </p:txBody>
      </p:sp>
      <p:sp>
        <p:nvSpPr>
          <p:cNvPr id="5" name="Date Placeholder 4">
            <a:extLst>
              <a:ext uri="{FF2B5EF4-FFF2-40B4-BE49-F238E27FC236}">
                <a16:creationId xmlns:a16="http://schemas.microsoft.com/office/drawing/2014/main" id="{44CCB22F-DD4B-15EB-7174-3252C7840D2A}"/>
              </a:ext>
            </a:extLst>
          </p:cNvPr>
          <p:cNvSpPr>
            <a:spLocks noGrp="1"/>
          </p:cNvSpPr>
          <p:nvPr>
            <p:ph type="dt" sz="half" idx="10"/>
          </p:nvPr>
        </p:nvSpPr>
        <p:spPr/>
        <p:txBody>
          <a:bodyPr/>
          <a:lstStyle/>
          <a:p>
            <a:fld id="{2F203B3E-B53B-46D0-941F-66BD0CE762F2}" type="datetimeFigureOut">
              <a:rPr lang="en-GB" smtClean="0"/>
              <a:t>20/03/2026</a:t>
            </a:fld>
            <a:endParaRPr lang="en-GB"/>
          </a:p>
        </p:txBody>
      </p:sp>
      <p:sp>
        <p:nvSpPr>
          <p:cNvPr id="6" name="Footer Placeholder 5">
            <a:extLst>
              <a:ext uri="{FF2B5EF4-FFF2-40B4-BE49-F238E27FC236}">
                <a16:creationId xmlns:a16="http://schemas.microsoft.com/office/drawing/2014/main" id="{F77D6EEB-8619-643F-72D9-1E6C6C8A6D2C}"/>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B96B187F-D8BB-BDBF-57EA-438DD630D131}"/>
              </a:ext>
            </a:extLst>
          </p:cNvPr>
          <p:cNvSpPr>
            <a:spLocks noGrp="1"/>
          </p:cNvSpPr>
          <p:nvPr>
            <p:ph type="sldNum" sz="quarter" idx="12"/>
          </p:nvPr>
        </p:nvSpPr>
        <p:spPr/>
        <p:txBody>
          <a:bodyPr/>
          <a:lstStyle/>
          <a:p>
            <a:fld id="{E1B668CB-675C-45A9-9F35-976624BFDA54}" type="slidenum">
              <a:rPr lang="en-GB" smtClean="0"/>
              <a:t>‹#›</a:t>
            </a:fld>
            <a:endParaRPr lang="en-GB"/>
          </a:p>
        </p:txBody>
      </p:sp>
    </p:spTree>
    <p:extLst>
      <p:ext uri="{BB962C8B-B14F-4D97-AF65-F5344CB8AC3E}">
        <p14:creationId xmlns:p14="http://schemas.microsoft.com/office/powerpoint/2010/main" val="40490396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AF02B9-F747-608D-33EB-96305E5800EE}"/>
              </a:ext>
            </a:extLst>
          </p:cNvPr>
          <p:cNvSpPr>
            <a:spLocks noGrp="1"/>
          </p:cNvSpPr>
          <p:nvPr>
            <p:ph type="title"/>
          </p:nvPr>
        </p:nvSpPr>
        <p:spPr>
          <a:xfrm>
            <a:off x="1041425" y="1425575"/>
            <a:ext cx="4876384" cy="4989513"/>
          </a:xfrm>
        </p:spPr>
        <p:txBody>
          <a:bodyPr anchor="b"/>
          <a:lstStyle>
            <a:lvl1pPr>
              <a:defRPr sz="252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4456DDA9-1F72-452C-F074-F1A89BBBE184}"/>
              </a:ext>
            </a:extLst>
          </p:cNvPr>
          <p:cNvSpPr>
            <a:spLocks noGrp="1"/>
          </p:cNvSpPr>
          <p:nvPr>
            <p:ph type="pic" idx="1"/>
          </p:nvPr>
        </p:nvSpPr>
        <p:spPr>
          <a:xfrm>
            <a:off x="6427692" y="3078848"/>
            <a:ext cx="7654172" cy="15196233"/>
          </a:xfrm>
        </p:spPr>
        <p:txBody>
          <a:bodyPr/>
          <a:lstStyle>
            <a:lvl1pPr marL="0" indent="0">
              <a:buNone/>
              <a:defRPr sz="2520"/>
            </a:lvl1pPr>
            <a:lvl2pPr marL="360045" indent="0">
              <a:buNone/>
              <a:defRPr sz="2205"/>
            </a:lvl2pPr>
            <a:lvl3pPr marL="720090" indent="0">
              <a:buNone/>
              <a:defRPr sz="1890"/>
            </a:lvl3pPr>
            <a:lvl4pPr marL="1080135" indent="0">
              <a:buNone/>
              <a:defRPr sz="1575"/>
            </a:lvl4pPr>
            <a:lvl5pPr marL="1440180" indent="0">
              <a:buNone/>
              <a:defRPr sz="1575"/>
            </a:lvl5pPr>
            <a:lvl6pPr marL="1800225" indent="0">
              <a:buNone/>
              <a:defRPr sz="1575"/>
            </a:lvl6pPr>
            <a:lvl7pPr marL="2160270" indent="0">
              <a:buNone/>
              <a:defRPr sz="1575"/>
            </a:lvl7pPr>
            <a:lvl8pPr marL="2520315" indent="0">
              <a:buNone/>
              <a:defRPr sz="1575"/>
            </a:lvl8pPr>
            <a:lvl9pPr marL="2880360" indent="0">
              <a:buNone/>
              <a:defRPr sz="1575"/>
            </a:lvl9pPr>
          </a:lstStyle>
          <a:p>
            <a:endParaRPr lang="en-GB"/>
          </a:p>
        </p:txBody>
      </p:sp>
      <p:sp>
        <p:nvSpPr>
          <p:cNvPr id="4" name="Text Placeholder 3">
            <a:extLst>
              <a:ext uri="{FF2B5EF4-FFF2-40B4-BE49-F238E27FC236}">
                <a16:creationId xmlns:a16="http://schemas.microsoft.com/office/drawing/2014/main" id="{9717C1A2-E9D3-906E-608E-5AC358B7E9D1}"/>
              </a:ext>
            </a:extLst>
          </p:cNvPr>
          <p:cNvSpPr>
            <a:spLocks noGrp="1"/>
          </p:cNvSpPr>
          <p:nvPr>
            <p:ph type="body" sz="half" idx="2"/>
          </p:nvPr>
        </p:nvSpPr>
        <p:spPr>
          <a:xfrm>
            <a:off x="1041425" y="6415087"/>
            <a:ext cx="4876384" cy="11884743"/>
          </a:xfrm>
        </p:spPr>
        <p:txBody>
          <a:bodyPr/>
          <a:lstStyle>
            <a:lvl1pPr marL="0" indent="0">
              <a:buNone/>
              <a:defRPr sz="1260"/>
            </a:lvl1pPr>
            <a:lvl2pPr marL="360045" indent="0">
              <a:buNone/>
              <a:defRPr sz="1103"/>
            </a:lvl2pPr>
            <a:lvl3pPr marL="720090" indent="0">
              <a:buNone/>
              <a:defRPr sz="945"/>
            </a:lvl3pPr>
            <a:lvl4pPr marL="1080135" indent="0">
              <a:buNone/>
              <a:defRPr sz="788"/>
            </a:lvl4pPr>
            <a:lvl5pPr marL="1440180" indent="0">
              <a:buNone/>
              <a:defRPr sz="788"/>
            </a:lvl5pPr>
            <a:lvl6pPr marL="1800225" indent="0">
              <a:buNone/>
              <a:defRPr sz="788"/>
            </a:lvl6pPr>
            <a:lvl7pPr marL="2160270" indent="0">
              <a:buNone/>
              <a:defRPr sz="788"/>
            </a:lvl7pPr>
            <a:lvl8pPr marL="2520315" indent="0">
              <a:buNone/>
              <a:defRPr sz="788"/>
            </a:lvl8pPr>
            <a:lvl9pPr marL="2880360" indent="0">
              <a:buNone/>
              <a:defRPr sz="788"/>
            </a:lvl9pPr>
          </a:lstStyle>
          <a:p>
            <a:pPr lvl="0"/>
            <a:r>
              <a:rPr lang="en-US"/>
              <a:t>Click to edit Master text styles</a:t>
            </a:r>
          </a:p>
        </p:txBody>
      </p:sp>
      <p:sp>
        <p:nvSpPr>
          <p:cNvPr id="5" name="Date Placeholder 4">
            <a:extLst>
              <a:ext uri="{FF2B5EF4-FFF2-40B4-BE49-F238E27FC236}">
                <a16:creationId xmlns:a16="http://schemas.microsoft.com/office/drawing/2014/main" id="{E719990F-00F5-9EAE-DFCC-F49A34FE8BB9}"/>
              </a:ext>
            </a:extLst>
          </p:cNvPr>
          <p:cNvSpPr>
            <a:spLocks noGrp="1"/>
          </p:cNvSpPr>
          <p:nvPr>
            <p:ph type="dt" sz="half" idx="10"/>
          </p:nvPr>
        </p:nvSpPr>
        <p:spPr/>
        <p:txBody>
          <a:bodyPr/>
          <a:lstStyle/>
          <a:p>
            <a:fld id="{2F203B3E-B53B-46D0-941F-66BD0CE762F2}" type="datetimeFigureOut">
              <a:rPr lang="en-GB" smtClean="0"/>
              <a:t>20/03/2026</a:t>
            </a:fld>
            <a:endParaRPr lang="en-GB"/>
          </a:p>
        </p:txBody>
      </p:sp>
      <p:sp>
        <p:nvSpPr>
          <p:cNvPr id="6" name="Footer Placeholder 5">
            <a:extLst>
              <a:ext uri="{FF2B5EF4-FFF2-40B4-BE49-F238E27FC236}">
                <a16:creationId xmlns:a16="http://schemas.microsoft.com/office/drawing/2014/main" id="{A42A2C99-2CCE-EB06-6777-22489263D689}"/>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708F4E3C-43B4-149C-D1C9-27B78A7223AC}"/>
              </a:ext>
            </a:extLst>
          </p:cNvPr>
          <p:cNvSpPr>
            <a:spLocks noGrp="1"/>
          </p:cNvSpPr>
          <p:nvPr>
            <p:ph type="sldNum" sz="quarter" idx="12"/>
          </p:nvPr>
        </p:nvSpPr>
        <p:spPr/>
        <p:txBody>
          <a:bodyPr/>
          <a:lstStyle/>
          <a:p>
            <a:fld id="{E1B668CB-675C-45A9-9F35-976624BFDA54}" type="slidenum">
              <a:rPr lang="en-GB" smtClean="0"/>
              <a:t>‹#›</a:t>
            </a:fld>
            <a:endParaRPr lang="en-GB"/>
          </a:p>
        </p:txBody>
      </p:sp>
    </p:spTree>
    <p:extLst>
      <p:ext uri="{BB962C8B-B14F-4D97-AF65-F5344CB8AC3E}">
        <p14:creationId xmlns:p14="http://schemas.microsoft.com/office/powerpoint/2010/main" val="410358755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98DFA5-883E-A7FA-02A4-4FFA0E9230FC}"/>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AC80E638-4631-40B8-2675-1C9038AA05F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20D7EA9D-B571-D1D0-7D85-9B599CF1C2B6}"/>
              </a:ext>
            </a:extLst>
          </p:cNvPr>
          <p:cNvSpPr>
            <a:spLocks noGrp="1"/>
          </p:cNvSpPr>
          <p:nvPr>
            <p:ph type="dt" sz="half" idx="10"/>
          </p:nvPr>
        </p:nvSpPr>
        <p:spPr/>
        <p:txBody>
          <a:bodyPr/>
          <a:lstStyle/>
          <a:p>
            <a:fld id="{2F203B3E-B53B-46D0-941F-66BD0CE762F2}" type="datetimeFigureOut">
              <a:rPr lang="en-GB" smtClean="0"/>
              <a:t>20/03/2026</a:t>
            </a:fld>
            <a:endParaRPr lang="en-GB"/>
          </a:p>
        </p:txBody>
      </p:sp>
      <p:sp>
        <p:nvSpPr>
          <p:cNvPr id="5" name="Footer Placeholder 4">
            <a:extLst>
              <a:ext uri="{FF2B5EF4-FFF2-40B4-BE49-F238E27FC236}">
                <a16:creationId xmlns:a16="http://schemas.microsoft.com/office/drawing/2014/main" id="{471BF1DE-7927-60DF-01C3-2A5A4908EF10}"/>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5D6D3C88-37DB-C99E-D993-BFF0C340B84B}"/>
              </a:ext>
            </a:extLst>
          </p:cNvPr>
          <p:cNvSpPr>
            <a:spLocks noGrp="1"/>
          </p:cNvSpPr>
          <p:nvPr>
            <p:ph type="sldNum" sz="quarter" idx="12"/>
          </p:nvPr>
        </p:nvSpPr>
        <p:spPr/>
        <p:txBody>
          <a:bodyPr/>
          <a:lstStyle/>
          <a:p>
            <a:fld id="{E1B668CB-675C-45A9-9F35-976624BFDA54}" type="slidenum">
              <a:rPr lang="en-GB" smtClean="0"/>
              <a:t>‹#›</a:t>
            </a:fld>
            <a:endParaRPr lang="en-GB"/>
          </a:p>
        </p:txBody>
      </p:sp>
    </p:spTree>
    <p:extLst>
      <p:ext uri="{BB962C8B-B14F-4D97-AF65-F5344CB8AC3E}">
        <p14:creationId xmlns:p14="http://schemas.microsoft.com/office/powerpoint/2010/main" val="157822294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CF7ABF9-EC95-8F9D-E29B-B8E76A041456}"/>
              </a:ext>
            </a:extLst>
          </p:cNvPr>
          <p:cNvSpPr>
            <a:spLocks noGrp="1"/>
          </p:cNvSpPr>
          <p:nvPr>
            <p:ph type="title" orient="vert"/>
          </p:nvPr>
        </p:nvSpPr>
        <p:spPr>
          <a:xfrm>
            <a:off x="10819786" y="1138481"/>
            <a:ext cx="3260110" cy="18121633"/>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43F0A619-24CA-1964-3FF2-DF84ED8D8C4F}"/>
              </a:ext>
            </a:extLst>
          </p:cNvPr>
          <p:cNvSpPr>
            <a:spLocks noGrp="1"/>
          </p:cNvSpPr>
          <p:nvPr>
            <p:ph type="body" orient="vert" idx="1"/>
          </p:nvPr>
        </p:nvSpPr>
        <p:spPr>
          <a:xfrm>
            <a:off x="1039457" y="1138481"/>
            <a:ext cx="9591337" cy="18121633"/>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09C661B1-F4B0-B3E0-1DE2-95D0565DEDB7}"/>
              </a:ext>
            </a:extLst>
          </p:cNvPr>
          <p:cNvSpPr>
            <a:spLocks noGrp="1"/>
          </p:cNvSpPr>
          <p:nvPr>
            <p:ph type="dt" sz="half" idx="10"/>
          </p:nvPr>
        </p:nvSpPr>
        <p:spPr/>
        <p:txBody>
          <a:bodyPr/>
          <a:lstStyle/>
          <a:p>
            <a:fld id="{2F203B3E-B53B-46D0-941F-66BD0CE762F2}" type="datetimeFigureOut">
              <a:rPr lang="en-GB" smtClean="0"/>
              <a:t>20/03/2026</a:t>
            </a:fld>
            <a:endParaRPr lang="en-GB"/>
          </a:p>
        </p:txBody>
      </p:sp>
      <p:sp>
        <p:nvSpPr>
          <p:cNvPr id="5" name="Footer Placeholder 4">
            <a:extLst>
              <a:ext uri="{FF2B5EF4-FFF2-40B4-BE49-F238E27FC236}">
                <a16:creationId xmlns:a16="http://schemas.microsoft.com/office/drawing/2014/main" id="{2077873F-23E3-D7D6-937D-01A3BEF26C39}"/>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58E4FF3B-FC1C-7D78-815F-9B280867162F}"/>
              </a:ext>
            </a:extLst>
          </p:cNvPr>
          <p:cNvSpPr>
            <a:spLocks noGrp="1"/>
          </p:cNvSpPr>
          <p:nvPr>
            <p:ph type="sldNum" sz="quarter" idx="12"/>
          </p:nvPr>
        </p:nvSpPr>
        <p:spPr/>
        <p:txBody>
          <a:bodyPr/>
          <a:lstStyle/>
          <a:p>
            <a:fld id="{E1B668CB-675C-45A9-9F35-976624BFDA54}" type="slidenum">
              <a:rPr lang="en-GB" smtClean="0"/>
              <a:t>‹#›</a:t>
            </a:fld>
            <a:endParaRPr lang="en-GB"/>
          </a:p>
        </p:txBody>
      </p:sp>
    </p:spTree>
    <p:extLst>
      <p:ext uri="{BB962C8B-B14F-4D97-AF65-F5344CB8AC3E}">
        <p14:creationId xmlns:p14="http://schemas.microsoft.com/office/powerpoint/2010/main" val="103842602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23DD28C-1CA9-C8CE-62CE-8D5D02B20E4C}"/>
              </a:ext>
            </a:extLst>
          </p:cNvPr>
          <p:cNvSpPr>
            <a:spLocks noGrp="1"/>
          </p:cNvSpPr>
          <p:nvPr>
            <p:ph type="title"/>
          </p:nvPr>
        </p:nvSpPr>
        <p:spPr>
          <a:xfrm>
            <a:off x="1039457" y="1138482"/>
            <a:ext cx="13040439" cy="4133179"/>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12FF96C2-C7C5-CE36-128D-9CD944AD88F0}"/>
              </a:ext>
            </a:extLst>
          </p:cNvPr>
          <p:cNvSpPr>
            <a:spLocks noGrp="1"/>
          </p:cNvSpPr>
          <p:nvPr>
            <p:ph type="body" idx="1"/>
          </p:nvPr>
        </p:nvSpPr>
        <p:spPr>
          <a:xfrm>
            <a:off x="1039457" y="5692400"/>
            <a:ext cx="13040439" cy="1356771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3201C26E-DFA9-99AB-F62A-7EE37F9B99AA}"/>
              </a:ext>
            </a:extLst>
          </p:cNvPr>
          <p:cNvSpPr>
            <a:spLocks noGrp="1"/>
          </p:cNvSpPr>
          <p:nvPr>
            <p:ph type="dt" sz="half" idx="2"/>
          </p:nvPr>
        </p:nvSpPr>
        <p:spPr>
          <a:xfrm>
            <a:off x="1039456" y="19819454"/>
            <a:ext cx="3401854" cy="1138481"/>
          </a:xfrm>
          <a:prstGeom prst="rect">
            <a:avLst/>
          </a:prstGeom>
        </p:spPr>
        <p:txBody>
          <a:bodyPr vert="horz" lIns="91440" tIns="45720" rIns="91440" bIns="45720" rtlCol="0" anchor="ctr"/>
          <a:lstStyle>
            <a:lvl1pPr algn="l">
              <a:defRPr sz="945">
                <a:solidFill>
                  <a:schemeClr val="tx1">
                    <a:tint val="82000"/>
                  </a:schemeClr>
                </a:solidFill>
              </a:defRPr>
            </a:lvl1pPr>
          </a:lstStyle>
          <a:p>
            <a:fld id="{2F203B3E-B53B-46D0-941F-66BD0CE762F2}" type="datetimeFigureOut">
              <a:rPr lang="en-GB" smtClean="0"/>
              <a:t>20/03/2026</a:t>
            </a:fld>
            <a:endParaRPr lang="en-GB"/>
          </a:p>
        </p:txBody>
      </p:sp>
      <p:sp>
        <p:nvSpPr>
          <p:cNvPr id="5" name="Footer Placeholder 4">
            <a:extLst>
              <a:ext uri="{FF2B5EF4-FFF2-40B4-BE49-F238E27FC236}">
                <a16:creationId xmlns:a16="http://schemas.microsoft.com/office/drawing/2014/main" id="{6DFE1370-8C76-A733-BCC7-33EBF427216A}"/>
              </a:ext>
            </a:extLst>
          </p:cNvPr>
          <p:cNvSpPr>
            <a:spLocks noGrp="1"/>
          </p:cNvSpPr>
          <p:nvPr>
            <p:ph type="ftr" sz="quarter" idx="3"/>
          </p:nvPr>
        </p:nvSpPr>
        <p:spPr>
          <a:xfrm>
            <a:off x="5008286" y="19819454"/>
            <a:ext cx="5102781" cy="1138481"/>
          </a:xfrm>
          <a:prstGeom prst="rect">
            <a:avLst/>
          </a:prstGeom>
        </p:spPr>
        <p:txBody>
          <a:bodyPr vert="horz" lIns="91440" tIns="45720" rIns="91440" bIns="45720" rtlCol="0" anchor="ctr"/>
          <a:lstStyle>
            <a:lvl1pPr algn="ctr">
              <a:defRPr sz="945">
                <a:solidFill>
                  <a:schemeClr val="tx1">
                    <a:tint val="82000"/>
                  </a:schemeClr>
                </a:solidFill>
              </a:defRPr>
            </a:lvl1pPr>
          </a:lstStyle>
          <a:p>
            <a:endParaRPr lang="en-GB"/>
          </a:p>
        </p:txBody>
      </p:sp>
      <p:sp>
        <p:nvSpPr>
          <p:cNvPr id="6" name="Slide Number Placeholder 5">
            <a:extLst>
              <a:ext uri="{FF2B5EF4-FFF2-40B4-BE49-F238E27FC236}">
                <a16:creationId xmlns:a16="http://schemas.microsoft.com/office/drawing/2014/main" id="{0F622114-69A4-535D-A04D-C74C8349526A}"/>
              </a:ext>
            </a:extLst>
          </p:cNvPr>
          <p:cNvSpPr>
            <a:spLocks noGrp="1"/>
          </p:cNvSpPr>
          <p:nvPr>
            <p:ph type="sldNum" sz="quarter" idx="4"/>
          </p:nvPr>
        </p:nvSpPr>
        <p:spPr>
          <a:xfrm>
            <a:off x="10678042" y="19819454"/>
            <a:ext cx="3401854" cy="1138481"/>
          </a:xfrm>
          <a:prstGeom prst="rect">
            <a:avLst/>
          </a:prstGeom>
        </p:spPr>
        <p:txBody>
          <a:bodyPr vert="horz" lIns="91440" tIns="45720" rIns="91440" bIns="45720" rtlCol="0" anchor="ctr"/>
          <a:lstStyle>
            <a:lvl1pPr algn="r">
              <a:defRPr sz="945">
                <a:solidFill>
                  <a:schemeClr val="tx1">
                    <a:tint val="82000"/>
                  </a:schemeClr>
                </a:solidFill>
              </a:defRPr>
            </a:lvl1pPr>
          </a:lstStyle>
          <a:p>
            <a:fld id="{E1B668CB-675C-45A9-9F35-976624BFDA54}" type="slidenum">
              <a:rPr lang="en-GB" smtClean="0"/>
              <a:t>‹#›</a:t>
            </a:fld>
            <a:endParaRPr lang="en-GB"/>
          </a:p>
        </p:txBody>
      </p:sp>
    </p:spTree>
    <p:extLst>
      <p:ext uri="{BB962C8B-B14F-4D97-AF65-F5344CB8AC3E}">
        <p14:creationId xmlns:p14="http://schemas.microsoft.com/office/powerpoint/2010/main" val="296954213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720090" rtl="0" eaLnBrk="1" latinLnBrk="0" hangingPunct="1">
        <a:lnSpc>
          <a:spcPct val="90000"/>
        </a:lnSpc>
        <a:spcBef>
          <a:spcPct val="0"/>
        </a:spcBef>
        <a:buNone/>
        <a:defRPr sz="3465" kern="1200">
          <a:solidFill>
            <a:schemeClr val="tx1"/>
          </a:solidFill>
          <a:latin typeface="+mj-lt"/>
          <a:ea typeface="+mj-ea"/>
          <a:cs typeface="+mj-cs"/>
        </a:defRPr>
      </a:lvl1pPr>
    </p:titleStyle>
    <p:bodyStyle>
      <a:lvl1pPr marL="180023" indent="-180023" algn="l" defTabSz="720090" rtl="0" eaLnBrk="1" latinLnBrk="0" hangingPunct="1">
        <a:lnSpc>
          <a:spcPct val="90000"/>
        </a:lnSpc>
        <a:spcBef>
          <a:spcPts val="788"/>
        </a:spcBef>
        <a:buFont typeface="Arial" panose="020B0604020202020204" pitchFamily="34" charset="0"/>
        <a:buChar char="•"/>
        <a:defRPr sz="2205" kern="1200">
          <a:solidFill>
            <a:schemeClr val="tx1"/>
          </a:solidFill>
          <a:latin typeface="+mn-lt"/>
          <a:ea typeface="+mn-ea"/>
          <a:cs typeface="+mn-cs"/>
        </a:defRPr>
      </a:lvl1pPr>
      <a:lvl2pPr marL="540068" indent="-180023" algn="l" defTabSz="720090" rtl="0" eaLnBrk="1" latinLnBrk="0" hangingPunct="1">
        <a:lnSpc>
          <a:spcPct val="90000"/>
        </a:lnSpc>
        <a:spcBef>
          <a:spcPts val="394"/>
        </a:spcBef>
        <a:buFont typeface="Arial" panose="020B0604020202020204" pitchFamily="34" charset="0"/>
        <a:buChar char="•"/>
        <a:defRPr sz="1890" kern="1200">
          <a:solidFill>
            <a:schemeClr val="tx1"/>
          </a:solidFill>
          <a:latin typeface="+mn-lt"/>
          <a:ea typeface="+mn-ea"/>
          <a:cs typeface="+mn-cs"/>
        </a:defRPr>
      </a:lvl2pPr>
      <a:lvl3pPr marL="900113" indent="-180023" algn="l" defTabSz="720090" rtl="0" eaLnBrk="1" latinLnBrk="0" hangingPunct="1">
        <a:lnSpc>
          <a:spcPct val="90000"/>
        </a:lnSpc>
        <a:spcBef>
          <a:spcPts val="394"/>
        </a:spcBef>
        <a:buFont typeface="Arial" panose="020B0604020202020204" pitchFamily="34" charset="0"/>
        <a:buChar char="•"/>
        <a:defRPr sz="1575" kern="1200">
          <a:solidFill>
            <a:schemeClr val="tx1"/>
          </a:solidFill>
          <a:latin typeface="+mn-lt"/>
          <a:ea typeface="+mn-ea"/>
          <a:cs typeface="+mn-cs"/>
        </a:defRPr>
      </a:lvl3pPr>
      <a:lvl4pPr marL="1260158" indent="-180023" algn="l" defTabSz="720090" rtl="0" eaLnBrk="1" latinLnBrk="0" hangingPunct="1">
        <a:lnSpc>
          <a:spcPct val="90000"/>
        </a:lnSpc>
        <a:spcBef>
          <a:spcPts val="394"/>
        </a:spcBef>
        <a:buFont typeface="Arial" panose="020B0604020202020204" pitchFamily="34" charset="0"/>
        <a:buChar char="•"/>
        <a:defRPr sz="1418" kern="1200">
          <a:solidFill>
            <a:schemeClr val="tx1"/>
          </a:solidFill>
          <a:latin typeface="+mn-lt"/>
          <a:ea typeface="+mn-ea"/>
          <a:cs typeface="+mn-cs"/>
        </a:defRPr>
      </a:lvl4pPr>
      <a:lvl5pPr marL="1620203" indent="-180023" algn="l" defTabSz="720090" rtl="0" eaLnBrk="1" latinLnBrk="0" hangingPunct="1">
        <a:lnSpc>
          <a:spcPct val="90000"/>
        </a:lnSpc>
        <a:spcBef>
          <a:spcPts val="394"/>
        </a:spcBef>
        <a:buFont typeface="Arial" panose="020B0604020202020204" pitchFamily="34" charset="0"/>
        <a:buChar char="•"/>
        <a:defRPr sz="1418" kern="1200">
          <a:solidFill>
            <a:schemeClr val="tx1"/>
          </a:solidFill>
          <a:latin typeface="+mn-lt"/>
          <a:ea typeface="+mn-ea"/>
          <a:cs typeface="+mn-cs"/>
        </a:defRPr>
      </a:lvl5pPr>
      <a:lvl6pPr marL="1980248" indent="-180023" algn="l" defTabSz="720090" rtl="0" eaLnBrk="1" latinLnBrk="0" hangingPunct="1">
        <a:lnSpc>
          <a:spcPct val="90000"/>
        </a:lnSpc>
        <a:spcBef>
          <a:spcPts val="394"/>
        </a:spcBef>
        <a:buFont typeface="Arial" panose="020B0604020202020204" pitchFamily="34" charset="0"/>
        <a:buChar char="•"/>
        <a:defRPr sz="1418" kern="1200">
          <a:solidFill>
            <a:schemeClr val="tx1"/>
          </a:solidFill>
          <a:latin typeface="+mn-lt"/>
          <a:ea typeface="+mn-ea"/>
          <a:cs typeface="+mn-cs"/>
        </a:defRPr>
      </a:lvl6pPr>
      <a:lvl7pPr marL="2340293" indent="-180023" algn="l" defTabSz="720090" rtl="0" eaLnBrk="1" latinLnBrk="0" hangingPunct="1">
        <a:lnSpc>
          <a:spcPct val="90000"/>
        </a:lnSpc>
        <a:spcBef>
          <a:spcPts val="394"/>
        </a:spcBef>
        <a:buFont typeface="Arial" panose="020B0604020202020204" pitchFamily="34" charset="0"/>
        <a:buChar char="•"/>
        <a:defRPr sz="1418" kern="1200">
          <a:solidFill>
            <a:schemeClr val="tx1"/>
          </a:solidFill>
          <a:latin typeface="+mn-lt"/>
          <a:ea typeface="+mn-ea"/>
          <a:cs typeface="+mn-cs"/>
        </a:defRPr>
      </a:lvl7pPr>
      <a:lvl8pPr marL="2700338" indent="-180023" algn="l" defTabSz="720090" rtl="0" eaLnBrk="1" latinLnBrk="0" hangingPunct="1">
        <a:lnSpc>
          <a:spcPct val="90000"/>
        </a:lnSpc>
        <a:spcBef>
          <a:spcPts val="394"/>
        </a:spcBef>
        <a:buFont typeface="Arial" panose="020B0604020202020204" pitchFamily="34" charset="0"/>
        <a:buChar char="•"/>
        <a:defRPr sz="1418" kern="1200">
          <a:solidFill>
            <a:schemeClr val="tx1"/>
          </a:solidFill>
          <a:latin typeface="+mn-lt"/>
          <a:ea typeface="+mn-ea"/>
          <a:cs typeface="+mn-cs"/>
        </a:defRPr>
      </a:lvl8pPr>
      <a:lvl9pPr marL="3060383" indent="-180023" algn="l" defTabSz="720090" rtl="0" eaLnBrk="1" latinLnBrk="0" hangingPunct="1">
        <a:lnSpc>
          <a:spcPct val="90000"/>
        </a:lnSpc>
        <a:spcBef>
          <a:spcPts val="394"/>
        </a:spcBef>
        <a:buFont typeface="Arial" panose="020B0604020202020204" pitchFamily="34" charset="0"/>
        <a:buChar char="•"/>
        <a:defRPr sz="1418" kern="1200">
          <a:solidFill>
            <a:schemeClr val="tx1"/>
          </a:solidFill>
          <a:latin typeface="+mn-lt"/>
          <a:ea typeface="+mn-ea"/>
          <a:cs typeface="+mn-cs"/>
        </a:defRPr>
      </a:lvl9pPr>
    </p:bodyStyle>
    <p:otherStyle>
      <a:defPPr>
        <a:defRPr lang="en-US"/>
      </a:defPPr>
      <a:lvl1pPr marL="0" algn="l" defTabSz="720090" rtl="0" eaLnBrk="1" latinLnBrk="0" hangingPunct="1">
        <a:defRPr sz="1418" kern="1200">
          <a:solidFill>
            <a:schemeClr val="tx1"/>
          </a:solidFill>
          <a:latin typeface="+mn-lt"/>
          <a:ea typeface="+mn-ea"/>
          <a:cs typeface="+mn-cs"/>
        </a:defRPr>
      </a:lvl1pPr>
      <a:lvl2pPr marL="360045" algn="l" defTabSz="720090" rtl="0" eaLnBrk="1" latinLnBrk="0" hangingPunct="1">
        <a:defRPr sz="1418" kern="1200">
          <a:solidFill>
            <a:schemeClr val="tx1"/>
          </a:solidFill>
          <a:latin typeface="+mn-lt"/>
          <a:ea typeface="+mn-ea"/>
          <a:cs typeface="+mn-cs"/>
        </a:defRPr>
      </a:lvl2pPr>
      <a:lvl3pPr marL="720090" algn="l" defTabSz="720090" rtl="0" eaLnBrk="1" latinLnBrk="0" hangingPunct="1">
        <a:defRPr sz="1418" kern="1200">
          <a:solidFill>
            <a:schemeClr val="tx1"/>
          </a:solidFill>
          <a:latin typeface="+mn-lt"/>
          <a:ea typeface="+mn-ea"/>
          <a:cs typeface="+mn-cs"/>
        </a:defRPr>
      </a:lvl3pPr>
      <a:lvl4pPr marL="1080135" algn="l" defTabSz="720090" rtl="0" eaLnBrk="1" latinLnBrk="0" hangingPunct="1">
        <a:defRPr sz="1418" kern="1200">
          <a:solidFill>
            <a:schemeClr val="tx1"/>
          </a:solidFill>
          <a:latin typeface="+mn-lt"/>
          <a:ea typeface="+mn-ea"/>
          <a:cs typeface="+mn-cs"/>
        </a:defRPr>
      </a:lvl4pPr>
      <a:lvl5pPr marL="1440180" algn="l" defTabSz="720090" rtl="0" eaLnBrk="1" latinLnBrk="0" hangingPunct="1">
        <a:defRPr sz="1418" kern="1200">
          <a:solidFill>
            <a:schemeClr val="tx1"/>
          </a:solidFill>
          <a:latin typeface="+mn-lt"/>
          <a:ea typeface="+mn-ea"/>
          <a:cs typeface="+mn-cs"/>
        </a:defRPr>
      </a:lvl5pPr>
      <a:lvl6pPr marL="1800225" algn="l" defTabSz="720090" rtl="0" eaLnBrk="1" latinLnBrk="0" hangingPunct="1">
        <a:defRPr sz="1418" kern="1200">
          <a:solidFill>
            <a:schemeClr val="tx1"/>
          </a:solidFill>
          <a:latin typeface="+mn-lt"/>
          <a:ea typeface="+mn-ea"/>
          <a:cs typeface="+mn-cs"/>
        </a:defRPr>
      </a:lvl6pPr>
      <a:lvl7pPr marL="2160270" algn="l" defTabSz="720090" rtl="0" eaLnBrk="1" latinLnBrk="0" hangingPunct="1">
        <a:defRPr sz="1418" kern="1200">
          <a:solidFill>
            <a:schemeClr val="tx1"/>
          </a:solidFill>
          <a:latin typeface="+mn-lt"/>
          <a:ea typeface="+mn-ea"/>
          <a:cs typeface="+mn-cs"/>
        </a:defRPr>
      </a:lvl7pPr>
      <a:lvl8pPr marL="2520315" algn="l" defTabSz="720090" rtl="0" eaLnBrk="1" latinLnBrk="0" hangingPunct="1">
        <a:defRPr sz="1418" kern="1200">
          <a:solidFill>
            <a:schemeClr val="tx1"/>
          </a:solidFill>
          <a:latin typeface="+mn-lt"/>
          <a:ea typeface="+mn-ea"/>
          <a:cs typeface="+mn-cs"/>
        </a:defRPr>
      </a:lvl8pPr>
      <a:lvl9pPr marL="2880360" algn="l" defTabSz="720090" rtl="0" eaLnBrk="1" latinLnBrk="0" hangingPunct="1">
        <a:defRPr sz="1418"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6345E572-F27D-A705-66B6-8BED2357BA2A}"/>
              </a:ext>
            </a:extLst>
          </p:cNvPr>
          <p:cNvPicPr>
            <a:picLocks noChangeAspect="1"/>
          </p:cNvPicPr>
          <p:nvPr/>
        </p:nvPicPr>
        <p:blipFill>
          <a:blip r:embed="rId2">
            <a:alphaModFix amt="46000"/>
            <a:extLst>
              <a:ext uri="{28A0092B-C50C-407E-A947-70E740481C1C}">
                <a14:useLocalDpi xmlns:a14="http://schemas.microsoft.com/office/drawing/2010/main" val="0"/>
              </a:ext>
            </a:extLst>
          </a:blip>
          <a:srcRect l="-189" r="-112" b="-261"/>
          <a:stretch>
            <a:fillRect/>
          </a:stretch>
        </p:blipFill>
        <p:spPr>
          <a:xfrm>
            <a:off x="1" y="1592725"/>
            <a:ext cx="15119350" cy="9253555"/>
          </a:xfrm>
          <a:prstGeom prst="rect">
            <a:avLst/>
          </a:prstGeom>
          <a:effectLst>
            <a:reflection stA="0" endPos="65000" dist="50800" dir="5400000" sy="-100000" algn="bl" rotWithShape="0"/>
          </a:effectLst>
        </p:spPr>
      </p:pic>
      <p:pic>
        <p:nvPicPr>
          <p:cNvPr id="16" name="Picture 15">
            <a:extLst>
              <a:ext uri="{FF2B5EF4-FFF2-40B4-BE49-F238E27FC236}">
                <a16:creationId xmlns:a16="http://schemas.microsoft.com/office/drawing/2014/main" id="{36F7713A-7D48-6BF1-B533-E5E684632437}"/>
              </a:ext>
            </a:extLst>
          </p:cNvPr>
          <p:cNvPicPr>
            <a:picLocks noChangeAspect="1"/>
          </p:cNvPicPr>
          <p:nvPr/>
        </p:nvPicPr>
        <p:blipFill>
          <a:blip r:embed="rId3">
            <a:alphaModFix amt="48000"/>
            <a:extLst>
              <a:ext uri="{28A0092B-C50C-407E-A947-70E740481C1C}">
                <a14:useLocalDpi xmlns:a14="http://schemas.microsoft.com/office/drawing/2010/main" val="0"/>
              </a:ext>
            </a:extLst>
          </a:blip>
          <a:srcRect l="-45" r="10580"/>
          <a:stretch>
            <a:fillRect/>
          </a:stretch>
        </p:blipFill>
        <p:spPr>
          <a:xfrm>
            <a:off x="10461" y="10826834"/>
            <a:ext cx="15091514" cy="8124879"/>
          </a:xfrm>
          <a:prstGeom prst="rect">
            <a:avLst/>
          </a:prstGeom>
        </p:spPr>
      </p:pic>
      <p:sp>
        <p:nvSpPr>
          <p:cNvPr id="2" name="Title 1">
            <a:extLst>
              <a:ext uri="{FF2B5EF4-FFF2-40B4-BE49-F238E27FC236}">
                <a16:creationId xmlns:a16="http://schemas.microsoft.com/office/drawing/2014/main" id="{E3450C88-6D28-1F2A-D30F-0E65B0AB34DC}"/>
              </a:ext>
            </a:extLst>
          </p:cNvPr>
          <p:cNvSpPr>
            <a:spLocks noGrp="1"/>
          </p:cNvSpPr>
          <p:nvPr>
            <p:ph type="ctrTitle"/>
          </p:nvPr>
        </p:nvSpPr>
        <p:spPr>
          <a:xfrm>
            <a:off x="330740" y="302926"/>
            <a:ext cx="14455303" cy="687930"/>
          </a:xfrm>
          <a:noFill/>
        </p:spPr>
        <p:txBody>
          <a:bodyPr>
            <a:noAutofit/>
          </a:bodyPr>
          <a:lstStyle/>
          <a:p>
            <a:r>
              <a:rPr lang="en-GB" sz="3200" b="1" dirty="0">
                <a:solidFill>
                  <a:schemeClr val="bg1"/>
                </a:solidFill>
              </a:rPr>
              <a:t>An Educational Virtual Reality Approach to Raising Awareness of Digital Eye Strain</a:t>
            </a:r>
          </a:p>
        </p:txBody>
      </p:sp>
      <p:sp>
        <p:nvSpPr>
          <p:cNvPr id="3" name="Subtitle 2">
            <a:extLst>
              <a:ext uri="{FF2B5EF4-FFF2-40B4-BE49-F238E27FC236}">
                <a16:creationId xmlns:a16="http://schemas.microsoft.com/office/drawing/2014/main" id="{26C8EEA4-8FDA-FE78-9D61-B8AB8F5A4528}"/>
              </a:ext>
            </a:extLst>
          </p:cNvPr>
          <p:cNvSpPr>
            <a:spLocks noGrp="1"/>
          </p:cNvSpPr>
          <p:nvPr>
            <p:ph type="subTitle" idx="1"/>
          </p:nvPr>
        </p:nvSpPr>
        <p:spPr>
          <a:xfrm>
            <a:off x="2359941" y="1015853"/>
            <a:ext cx="10398135" cy="396546"/>
          </a:xfrm>
        </p:spPr>
        <p:txBody>
          <a:bodyPr/>
          <a:lstStyle/>
          <a:p>
            <a:r>
              <a:rPr lang="en-GB" b="1" dirty="0">
                <a:solidFill>
                  <a:schemeClr val="bg1"/>
                </a:solidFill>
              </a:rPr>
              <a:t>Supervisor – Alun King	Sebastian Ha	30077548@students.southwales.ac.uk</a:t>
            </a:r>
          </a:p>
        </p:txBody>
      </p:sp>
      <p:cxnSp>
        <p:nvCxnSpPr>
          <p:cNvPr id="5" name="Straight Connector 4">
            <a:extLst>
              <a:ext uri="{FF2B5EF4-FFF2-40B4-BE49-F238E27FC236}">
                <a16:creationId xmlns:a16="http://schemas.microsoft.com/office/drawing/2014/main" id="{E2D2999B-02E1-D5B3-F30A-EA38B7D8A594}"/>
              </a:ext>
            </a:extLst>
          </p:cNvPr>
          <p:cNvCxnSpPr/>
          <p:nvPr/>
        </p:nvCxnSpPr>
        <p:spPr>
          <a:xfrm>
            <a:off x="505836" y="1556501"/>
            <a:ext cx="14105107" cy="0"/>
          </a:xfrm>
          <a:prstGeom prst="line">
            <a:avLst/>
          </a:prstGeom>
          <a:ln w="76200">
            <a:solidFill>
              <a:schemeClr val="bg1"/>
            </a:solidFill>
          </a:ln>
        </p:spPr>
        <p:style>
          <a:lnRef idx="2">
            <a:schemeClr val="dk1"/>
          </a:lnRef>
          <a:fillRef idx="0">
            <a:schemeClr val="dk1"/>
          </a:fillRef>
          <a:effectRef idx="1">
            <a:schemeClr val="dk1"/>
          </a:effectRef>
          <a:fontRef idx="minor">
            <a:schemeClr val="tx1"/>
          </a:fontRef>
        </p:style>
      </p:cxnSp>
      <p:cxnSp>
        <p:nvCxnSpPr>
          <p:cNvPr id="6" name="Straight Connector 5">
            <a:extLst>
              <a:ext uri="{FF2B5EF4-FFF2-40B4-BE49-F238E27FC236}">
                <a16:creationId xmlns:a16="http://schemas.microsoft.com/office/drawing/2014/main" id="{5C714C50-EA7B-FC0B-7D69-98523D9491E4}"/>
              </a:ext>
            </a:extLst>
          </p:cNvPr>
          <p:cNvCxnSpPr/>
          <p:nvPr/>
        </p:nvCxnSpPr>
        <p:spPr>
          <a:xfrm>
            <a:off x="505835" y="18981820"/>
            <a:ext cx="14105107" cy="0"/>
          </a:xfrm>
          <a:prstGeom prst="line">
            <a:avLst/>
          </a:prstGeom>
          <a:ln w="76200">
            <a:solidFill>
              <a:schemeClr val="bg1"/>
            </a:solidFill>
          </a:ln>
        </p:spPr>
        <p:style>
          <a:lnRef idx="2">
            <a:schemeClr val="dk1"/>
          </a:lnRef>
          <a:fillRef idx="0">
            <a:schemeClr val="dk1"/>
          </a:fillRef>
          <a:effectRef idx="1">
            <a:schemeClr val="dk1"/>
          </a:effectRef>
          <a:fontRef idx="minor">
            <a:schemeClr val="tx1"/>
          </a:fontRef>
        </p:style>
      </p:cxnSp>
      <p:sp>
        <p:nvSpPr>
          <p:cNvPr id="7" name="TextBox 6">
            <a:extLst>
              <a:ext uri="{FF2B5EF4-FFF2-40B4-BE49-F238E27FC236}">
                <a16:creationId xmlns:a16="http://schemas.microsoft.com/office/drawing/2014/main" id="{A2959EDA-D5FA-6039-8105-C10A65111E40}"/>
              </a:ext>
            </a:extLst>
          </p:cNvPr>
          <p:cNvSpPr txBox="1"/>
          <p:nvPr/>
        </p:nvSpPr>
        <p:spPr>
          <a:xfrm>
            <a:off x="505835" y="1742546"/>
            <a:ext cx="6850844" cy="7201972"/>
          </a:xfrm>
          <a:prstGeom prst="rect">
            <a:avLst/>
          </a:prstGeom>
          <a:solidFill>
            <a:schemeClr val="bg1">
              <a:alpha val="64000"/>
            </a:schemeClr>
          </a:solidFill>
          <a:ln w="38100">
            <a:solidFill>
              <a:schemeClr val="bg1"/>
            </a:solidFill>
          </a:ln>
        </p:spPr>
        <p:txBody>
          <a:bodyPr wrap="square" rtlCol="0">
            <a:spAutoFit/>
          </a:bodyPr>
          <a:lstStyle/>
          <a:p>
            <a:r>
              <a:rPr lang="en-GB" sz="2800" b="1" u="sng" dirty="0"/>
              <a:t>Problem</a:t>
            </a:r>
          </a:p>
          <a:p>
            <a:r>
              <a:rPr lang="en-GB" sz="1800" dirty="0"/>
              <a:t>Digital Eye Strain (DES) is caused by prolonged screen use with symptoms including eye fatigue, light sensitivity, focus strain and headaches. However, awareness of preventative habits remains low. Sheppard and </a:t>
            </a:r>
            <a:r>
              <a:rPr lang="en-GB" sz="1800" dirty="0" err="1"/>
              <a:t>Wolffsohn</a:t>
            </a:r>
            <a:r>
              <a:rPr lang="en-GB" sz="1800" dirty="0"/>
              <a:t>, (2018) found the 2016 DES report showed 65% of participants experienced symptoms.</a:t>
            </a:r>
          </a:p>
          <a:p>
            <a:endParaRPr lang="en-GB" sz="1800" dirty="0"/>
          </a:p>
          <a:p>
            <a:r>
              <a:rPr lang="en-GB" sz="2800" b="1" u="sng" dirty="0"/>
              <a:t>Aim</a:t>
            </a:r>
          </a:p>
          <a:p>
            <a:r>
              <a:rPr lang="en-GB" sz="1800" dirty="0"/>
              <a:t>Raise awareness of DES by incorporating Virtual Reality (VR) to immerse and engage users with educational material relating to ocular health.</a:t>
            </a:r>
          </a:p>
          <a:p>
            <a:endParaRPr lang="en-GB" sz="1800" dirty="0"/>
          </a:p>
          <a:p>
            <a:r>
              <a:rPr lang="en-GB" sz="2800" b="1" u="sng" dirty="0"/>
              <a:t>Objectives</a:t>
            </a:r>
          </a:p>
          <a:p>
            <a:pPr marL="342900" lvl="0" indent="-342900">
              <a:buFont typeface="Wingdings" panose="05000000000000000000" pitchFamily="2" charset="2"/>
              <a:buChar char="v"/>
            </a:pPr>
            <a:r>
              <a:rPr lang="en-GB" sz="1800" dirty="0"/>
              <a:t>Research preventative methods for DES and identify educational content appropriate for the VR experience. </a:t>
            </a:r>
          </a:p>
          <a:p>
            <a:pPr marL="342900" lvl="0" indent="-342900">
              <a:buFont typeface="Wingdings" panose="05000000000000000000" pitchFamily="2" charset="2"/>
              <a:buChar char="v"/>
            </a:pPr>
            <a:endParaRPr lang="en-GB" sz="1800" dirty="0"/>
          </a:p>
          <a:p>
            <a:pPr marL="342900" lvl="0" indent="-342900">
              <a:buFont typeface="Wingdings" panose="05000000000000000000" pitchFamily="2" charset="2"/>
              <a:buChar char="v"/>
            </a:pPr>
            <a:r>
              <a:rPr lang="en-GB" sz="1800" dirty="0"/>
              <a:t>Review existing medical VR applications to identify design and interaction strategies.</a:t>
            </a:r>
          </a:p>
          <a:p>
            <a:pPr marL="342900" lvl="0" indent="-342900">
              <a:buFont typeface="Wingdings" panose="05000000000000000000" pitchFamily="2" charset="2"/>
              <a:buChar char="v"/>
            </a:pPr>
            <a:endParaRPr lang="en-GB" sz="1800" dirty="0"/>
          </a:p>
          <a:p>
            <a:pPr marL="342900" lvl="0" indent="-342900">
              <a:buFont typeface="Wingdings" panose="05000000000000000000" pitchFamily="2" charset="2"/>
              <a:buChar char="v"/>
            </a:pPr>
            <a:r>
              <a:rPr lang="en-GB" sz="1800" dirty="0"/>
              <a:t>Develop a VR experience that simulates DES symptoms and teaches preventative techniques.</a:t>
            </a:r>
          </a:p>
          <a:p>
            <a:pPr marL="342900" lvl="0" indent="-342900">
              <a:buFont typeface="Wingdings" panose="05000000000000000000" pitchFamily="2" charset="2"/>
              <a:buChar char="v"/>
            </a:pPr>
            <a:endParaRPr lang="en-GB" sz="1800" dirty="0"/>
          </a:p>
          <a:p>
            <a:pPr marL="342900" lvl="0" indent="-342900">
              <a:buFont typeface="Wingdings" panose="05000000000000000000" pitchFamily="2" charset="2"/>
              <a:buChar char="v"/>
            </a:pPr>
            <a:r>
              <a:rPr lang="en-GB" sz="1800" dirty="0"/>
              <a:t>Conduct user testing to discover issues to improve the experience. </a:t>
            </a:r>
          </a:p>
        </p:txBody>
      </p:sp>
      <p:sp>
        <p:nvSpPr>
          <p:cNvPr id="8" name="TextBox 7">
            <a:extLst>
              <a:ext uri="{FF2B5EF4-FFF2-40B4-BE49-F238E27FC236}">
                <a16:creationId xmlns:a16="http://schemas.microsoft.com/office/drawing/2014/main" id="{3DA898E7-1F51-F05E-1946-AF27DBBA9962}"/>
              </a:ext>
            </a:extLst>
          </p:cNvPr>
          <p:cNvSpPr txBox="1"/>
          <p:nvPr/>
        </p:nvSpPr>
        <p:spPr>
          <a:xfrm>
            <a:off x="7834678" y="1750984"/>
            <a:ext cx="6734112" cy="4284000"/>
          </a:xfrm>
          <a:prstGeom prst="rect">
            <a:avLst/>
          </a:prstGeom>
          <a:solidFill>
            <a:schemeClr val="bg1">
              <a:alpha val="64000"/>
            </a:schemeClr>
          </a:solidFill>
          <a:ln w="38100">
            <a:solidFill>
              <a:schemeClr val="bg1"/>
            </a:solidFill>
          </a:ln>
        </p:spPr>
        <p:txBody>
          <a:bodyPr wrap="square" rtlCol="0">
            <a:spAutoFit/>
          </a:bodyPr>
          <a:lstStyle/>
          <a:p>
            <a:r>
              <a:rPr lang="en-GB" sz="2800" b="1" u="sng" dirty="0"/>
              <a:t>Results</a:t>
            </a:r>
          </a:p>
          <a:p>
            <a:pPr marL="285750" indent="-285750">
              <a:buFont typeface="Wingdings" panose="05000000000000000000" pitchFamily="2" charset="2"/>
              <a:buChar char="v"/>
            </a:pPr>
            <a:r>
              <a:rPr lang="en-GB" sz="1750" dirty="0"/>
              <a:t>User testing found usability issues within the prototype with the gaze detection accuracy and the light switch interactions.</a:t>
            </a:r>
          </a:p>
          <a:p>
            <a:pPr marL="285750" indent="-285750">
              <a:buFont typeface="Wingdings" panose="05000000000000000000" pitchFamily="2" charset="2"/>
              <a:buChar char="v"/>
            </a:pPr>
            <a:endParaRPr lang="en-GB" sz="1200" dirty="0"/>
          </a:p>
          <a:p>
            <a:pPr marL="285750" indent="-285750">
              <a:buFont typeface="Wingdings" panose="05000000000000000000" pitchFamily="2" charset="2"/>
              <a:buChar char="v"/>
            </a:pPr>
            <a:r>
              <a:rPr lang="en-GB" sz="1750" dirty="0"/>
              <a:t>Iterative improvements reduced interaction complexity while increasing the detection area for the gaze interaction. This resulted in smoother objective progression and reduced frustration.</a:t>
            </a:r>
          </a:p>
          <a:p>
            <a:pPr marL="285750" indent="-285750">
              <a:buFont typeface="Wingdings" panose="05000000000000000000" pitchFamily="2" charset="2"/>
              <a:buChar char="v"/>
            </a:pPr>
            <a:endParaRPr lang="en-GB" sz="1200" dirty="0"/>
          </a:p>
          <a:p>
            <a:pPr marL="285750" indent="-285750">
              <a:buFont typeface="Wingdings" panose="05000000000000000000" pitchFamily="2" charset="2"/>
              <a:buChar char="v"/>
            </a:pPr>
            <a:r>
              <a:rPr lang="en-GB" sz="1750" dirty="0"/>
              <a:t>Feedback showed simulated symptoms helped improve user understanding and recognition of the causes, symptoms and preventative measures of DES.</a:t>
            </a:r>
          </a:p>
          <a:p>
            <a:pPr marL="285750" indent="-285750">
              <a:buFont typeface="Wingdings" panose="05000000000000000000" pitchFamily="2" charset="2"/>
              <a:buChar char="v"/>
            </a:pPr>
            <a:endParaRPr lang="en-GB" sz="1200" dirty="0"/>
          </a:p>
          <a:p>
            <a:pPr marL="285750" indent="-285750">
              <a:buFont typeface="Wingdings" panose="05000000000000000000" pitchFamily="2" charset="2"/>
              <a:buChar char="v"/>
            </a:pPr>
            <a:r>
              <a:rPr lang="en-GB" sz="1750" dirty="0"/>
              <a:t>Final testing confirmed the experience effectively demonstrated symptoms and preventative measures, increasing awareness of DES.</a:t>
            </a:r>
          </a:p>
        </p:txBody>
      </p:sp>
      <p:sp>
        <p:nvSpPr>
          <p:cNvPr id="10" name="TextBox 9">
            <a:extLst>
              <a:ext uri="{FF2B5EF4-FFF2-40B4-BE49-F238E27FC236}">
                <a16:creationId xmlns:a16="http://schemas.microsoft.com/office/drawing/2014/main" id="{14F50158-F9C9-524A-19D2-DF601C3CC995}"/>
              </a:ext>
            </a:extLst>
          </p:cNvPr>
          <p:cNvSpPr txBox="1"/>
          <p:nvPr/>
        </p:nvSpPr>
        <p:spPr>
          <a:xfrm>
            <a:off x="7834678" y="6347580"/>
            <a:ext cx="6734112" cy="2592000"/>
          </a:xfrm>
          <a:prstGeom prst="rect">
            <a:avLst/>
          </a:prstGeom>
          <a:solidFill>
            <a:schemeClr val="bg1">
              <a:alpha val="64000"/>
            </a:schemeClr>
          </a:solidFill>
          <a:ln w="38100">
            <a:solidFill>
              <a:schemeClr val="bg1"/>
            </a:solidFill>
          </a:ln>
        </p:spPr>
        <p:txBody>
          <a:bodyPr wrap="square" rtlCol="0">
            <a:spAutoFit/>
          </a:bodyPr>
          <a:lstStyle/>
          <a:p>
            <a:r>
              <a:rPr lang="en-GB" sz="2800" b="1" u="sng" dirty="0"/>
              <a:t>Conclusion</a:t>
            </a:r>
          </a:p>
          <a:p>
            <a:r>
              <a:rPr lang="en-GB" sz="1750" dirty="0"/>
              <a:t>Wu et al., (2020) found using VR as an immersive educational tool is more effective than non-immersive learning approaches. topics. The experience successfully demonstrated the symptoms and preventative measures of DES. Iterative user testing improved usability and interaction features, which resulted in a more intuitive experience. This shows immersive VR can be used as an effective educational tool for raising awareness of medical health. </a:t>
            </a:r>
          </a:p>
        </p:txBody>
      </p:sp>
      <p:sp>
        <p:nvSpPr>
          <p:cNvPr id="11" name="TextBox 10">
            <a:extLst>
              <a:ext uri="{FF2B5EF4-FFF2-40B4-BE49-F238E27FC236}">
                <a16:creationId xmlns:a16="http://schemas.microsoft.com/office/drawing/2014/main" id="{8C736118-621A-11A8-2DF2-A76561E9AAE6}"/>
              </a:ext>
            </a:extLst>
          </p:cNvPr>
          <p:cNvSpPr txBox="1"/>
          <p:nvPr/>
        </p:nvSpPr>
        <p:spPr>
          <a:xfrm>
            <a:off x="505833" y="12429048"/>
            <a:ext cx="8578532" cy="6415282"/>
          </a:xfrm>
          <a:prstGeom prst="rect">
            <a:avLst/>
          </a:prstGeom>
          <a:solidFill>
            <a:schemeClr val="bg1">
              <a:alpha val="64000"/>
            </a:schemeClr>
          </a:solidFill>
          <a:ln w="38100">
            <a:solidFill>
              <a:schemeClr val="bg1"/>
            </a:solidFill>
          </a:ln>
        </p:spPr>
        <p:txBody>
          <a:bodyPr wrap="square" rtlCol="0">
            <a:spAutoFit/>
          </a:bodyPr>
          <a:lstStyle/>
          <a:p>
            <a:r>
              <a:rPr lang="en-GB" sz="2000" b="1" u="sng" dirty="0"/>
              <a:t>Development Process</a:t>
            </a:r>
          </a:p>
          <a:p>
            <a:r>
              <a:rPr lang="en-GB" sz="1682" dirty="0"/>
              <a:t>The project was developed using Unreal Engine 5.3.2 with blueprinting and tested with a Meta Quest 3 VR headset.</a:t>
            </a:r>
          </a:p>
          <a:p>
            <a:endParaRPr lang="en-GB" sz="1682" dirty="0"/>
          </a:p>
          <a:p>
            <a:r>
              <a:rPr lang="en-GB" sz="1682" dirty="0"/>
              <a:t>The development process followed a User Centred Design (UCD) approach. Gibson Kimutai and Förster, (2024) examined how UCD plays a critical role in product development, by using user feedback to refine the product throughout development.</a:t>
            </a:r>
          </a:p>
          <a:p>
            <a:r>
              <a:rPr lang="en-GB" sz="1682" dirty="0"/>
              <a:t>Objective based progression gamified the experience. Deterding et al., (2011) defined</a:t>
            </a:r>
          </a:p>
          <a:p>
            <a:r>
              <a:rPr lang="en-GB" sz="1682" dirty="0"/>
              <a:t>gamification as using game design elements in non-game contexts to increase retention and motivation of users. The environment was designed to replicate real-world desk environments where DES commonly occurs. </a:t>
            </a:r>
          </a:p>
          <a:p>
            <a:endParaRPr lang="en-GB" sz="1682" dirty="0"/>
          </a:p>
          <a:p>
            <a:r>
              <a:rPr lang="en-GB" sz="1682" dirty="0"/>
              <a:t>Post-processing effects were used to simulate DES symptoms.</a:t>
            </a:r>
          </a:p>
          <a:p>
            <a:endParaRPr lang="en-GB" sz="1682" dirty="0"/>
          </a:p>
          <a:p>
            <a:r>
              <a:rPr lang="en-GB" sz="1682" b="1" dirty="0"/>
              <a:t>Vignette</a:t>
            </a:r>
            <a:r>
              <a:rPr lang="en-GB" sz="1682" dirty="0"/>
              <a:t> </a:t>
            </a:r>
            <a:r>
              <a:rPr lang="en-GB" sz="1682" dirty="0">
                <a:sym typeface="Wingdings" panose="05000000000000000000" pitchFamily="2" charset="2"/>
              </a:rPr>
              <a:t> </a:t>
            </a:r>
            <a:r>
              <a:rPr lang="en-GB" sz="1682" b="1" dirty="0">
                <a:sym typeface="Wingdings" panose="05000000000000000000" pitchFamily="2" charset="2"/>
              </a:rPr>
              <a:t>E</a:t>
            </a:r>
            <a:r>
              <a:rPr lang="en-GB" sz="1682" b="1" dirty="0"/>
              <a:t>ye Fatigue</a:t>
            </a:r>
          </a:p>
          <a:p>
            <a:r>
              <a:rPr lang="en-GB" sz="1682" b="1" dirty="0"/>
              <a:t>Bloom</a:t>
            </a:r>
            <a:r>
              <a:rPr lang="en-GB" sz="1682" dirty="0"/>
              <a:t> </a:t>
            </a:r>
            <a:r>
              <a:rPr lang="en-GB" sz="1682" dirty="0">
                <a:sym typeface="Wingdings" panose="05000000000000000000" pitchFamily="2" charset="2"/>
              </a:rPr>
              <a:t> </a:t>
            </a:r>
            <a:r>
              <a:rPr lang="en-GB" sz="1682" b="1" dirty="0">
                <a:sym typeface="Wingdings" panose="05000000000000000000" pitchFamily="2" charset="2"/>
              </a:rPr>
              <a:t>L</a:t>
            </a:r>
            <a:r>
              <a:rPr lang="en-GB" sz="1682" b="1" dirty="0"/>
              <a:t>ight Sensitivity </a:t>
            </a:r>
          </a:p>
          <a:p>
            <a:r>
              <a:rPr lang="en-GB" sz="1682" b="1" dirty="0"/>
              <a:t>Blur</a:t>
            </a:r>
            <a:r>
              <a:rPr lang="en-GB" sz="1682" dirty="0"/>
              <a:t> </a:t>
            </a:r>
            <a:r>
              <a:rPr lang="en-GB" sz="1682" dirty="0">
                <a:sym typeface="Wingdings" panose="05000000000000000000" pitchFamily="2" charset="2"/>
              </a:rPr>
              <a:t> </a:t>
            </a:r>
            <a:r>
              <a:rPr lang="en-GB" sz="1682" b="1" dirty="0">
                <a:sym typeface="Wingdings" panose="05000000000000000000" pitchFamily="2" charset="2"/>
              </a:rPr>
              <a:t>F</a:t>
            </a:r>
            <a:r>
              <a:rPr lang="en-GB" sz="1682" b="1" dirty="0"/>
              <a:t>ocus Strain</a:t>
            </a:r>
          </a:p>
          <a:p>
            <a:endParaRPr lang="en-GB" sz="1682" dirty="0"/>
          </a:p>
          <a:p>
            <a:r>
              <a:rPr lang="en-GB" sz="1682" dirty="0"/>
              <a:t>Workflow followed iterative development. Genov, (2005) described iterative usability testing as a form of continuous feedback that guides design. A prototype was created and tested by users. Feedback collected was used to improve interactions and usability of the experience. This resulted in the final version implementing improved interaction and gaze detection. </a:t>
            </a:r>
          </a:p>
          <a:p>
            <a:endParaRPr lang="en-GB" sz="1682" dirty="0"/>
          </a:p>
          <a:p>
            <a:r>
              <a:rPr lang="en-GB" sz="1682" b="1" dirty="0"/>
              <a:t>Research </a:t>
            </a:r>
            <a:r>
              <a:rPr lang="en-GB" sz="1682" b="1" dirty="0">
                <a:sym typeface="Wingdings" panose="05000000000000000000" pitchFamily="2" charset="2"/>
              </a:rPr>
              <a:t> Prototype  User Testing  Improvements  Final Version</a:t>
            </a:r>
            <a:endParaRPr lang="en-GB" sz="1682" b="1" dirty="0"/>
          </a:p>
        </p:txBody>
      </p:sp>
      <p:sp>
        <p:nvSpPr>
          <p:cNvPr id="12" name="TextBox 11">
            <a:extLst>
              <a:ext uri="{FF2B5EF4-FFF2-40B4-BE49-F238E27FC236}">
                <a16:creationId xmlns:a16="http://schemas.microsoft.com/office/drawing/2014/main" id="{8816A9FA-50CD-BDF4-C168-DAED2BFC33A4}"/>
              </a:ext>
            </a:extLst>
          </p:cNvPr>
          <p:cNvSpPr txBox="1"/>
          <p:nvPr/>
        </p:nvSpPr>
        <p:spPr>
          <a:xfrm>
            <a:off x="9473098" y="12429048"/>
            <a:ext cx="5095692" cy="3036665"/>
          </a:xfrm>
          <a:prstGeom prst="rect">
            <a:avLst/>
          </a:prstGeom>
          <a:solidFill>
            <a:schemeClr val="bg1">
              <a:alpha val="64000"/>
            </a:schemeClr>
          </a:solidFill>
          <a:ln w="38100">
            <a:solidFill>
              <a:schemeClr val="bg1"/>
            </a:solidFill>
          </a:ln>
        </p:spPr>
        <p:txBody>
          <a:bodyPr wrap="square" rtlCol="0">
            <a:spAutoFit/>
          </a:bodyPr>
          <a:lstStyle/>
          <a:p>
            <a:r>
              <a:rPr lang="en-GB" sz="2400" b="1" u="sng" dirty="0"/>
              <a:t>Future Work</a:t>
            </a:r>
            <a:endParaRPr lang="en-GB" sz="1000" b="1" u="sng" dirty="0"/>
          </a:p>
          <a:p>
            <a:pPr marL="285750" indent="-285750">
              <a:buFont typeface="Wingdings" panose="05000000000000000000" pitchFamily="2" charset="2"/>
              <a:buChar char="v"/>
            </a:pPr>
            <a:r>
              <a:rPr lang="en-GB" sz="1800" dirty="0"/>
              <a:t>Narration within the experience</a:t>
            </a:r>
          </a:p>
          <a:p>
            <a:pPr marL="285750" indent="-285750">
              <a:buFont typeface="Wingdings" panose="05000000000000000000" pitchFamily="2" charset="2"/>
              <a:buChar char="v"/>
            </a:pPr>
            <a:endParaRPr lang="en-GB" sz="1800" dirty="0"/>
          </a:p>
          <a:p>
            <a:pPr marL="285750" indent="-285750">
              <a:buFont typeface="Wingdings" panose="05000000000000000000" pitchFamily="2" charset="2"/>
              <a:buChar char="v"/>
            </a:pPr>
            <a:r>
              <a:rPr lang="en-GB" sz="1800" dirty="0"/>
              <a:t>Accessibility settings</a:t>
            </a:r>
          </a:p>
          <a:p>
            <a:endParaRPr lang="en-GB" sz="1800" dirty="0"/>
          </a:p>
          <a:p>
            <a:pPr marL="285750" indent="-285750">
              <a:buFont typeface="Wingdings" panose="05000000000000000000" pitchFamily="2" charset="2"/>
              <a:buChar char="v"/>
            </a:pPr>
            <a:r>
              <a:rPr lang="en-GB" sz="1800" dirty="0"/>
              <a:t>Changing gaze detection to use eye Tracking</a:t>
            </a:r>
          </a:p>
          <a:p>
            <a:pPr marL="285750" indent="-285750">
              <a:buFont typeface="Wingdings" panose="05000000000000000000" pitchFamily="2" charset="2"/>
              <a:buChar char="v"/>
            </a:pPr>
            <a:endParaRPr lang="en-GB" sz="1800" dirty="0"/>
          </a:p>
          <a:p>
            <a:pPr marL="285750" indent="-285750">
              <a:buFont typeface="Wingdings" panose="05000000000000000000" pitchFamily="2" charset="2"/>
              <a:buChar char="v"/>
            </a:pPr>
            <a:r>
              <a:rPr lang="en-GB" sz="1800" dirty="0"/>
              <a:t>Additional environments</a:t>
            </a:r>
          </a:p>
          <a:p>
            <a:pPr marL="285750" indent="-285750">
              <a:buFont typeface="Wingdings" panose="05000000000000000000" pitchFamily="2" charset="2"/>
              <a:buChar char="v"/>
            </a:pPr>
            <a:endParaRPr lang="en-GB" sz="1800" dirty="0"/>
          </a:p>
          <a:p>
            <a:pPr marL="285750" indent="-285750">
              <a:buFont typeface="Wingdings" panose="05000000000000000000" pitchFamily="2" charset="2"/>
              <a:buChar char="v"/>
            </a:pPr>
            <a:r>
              <a:rPr lang="en-GB" sz="1800" dirty="0"/>
              <a:t>More intuitive light switch interaction </a:t>
            </a:r>
          </a:p>
        </p:txBody>
      </p:sp>
      <p:pic>
        <p:nvPicPr>
          <p:cNvPr id="18" name="Picture 17">
            <a:extLst>
              <a:ext uri="{FF2B5EF4-FFF2-40B4-BE49-F238E27FC236}">
                <a16:creationId xmlns:a16="http://schemas.microsoft.com/office/drawing/2014/main" id="{82278756-6B40-1ECB-3CF1-E0C4B49748B5}"/>
              </a:ext>
            </a:extLst>
          </p:cNvPr>
          <p:cNvPicPr>
            <a:picLocks noChangeAspect="1"/>
          </p:cNvPicPr>
          <p:nvPr/>
        </p:nvPicPr>
        <p:blipFill>
          <a:blip r:embed="rId4">
            <a:extLst>
              <a:ext uri="{28A0092B-C50C-407E-A947-70E740481C1C}">
                <a14:useLocalDpi xmlns:a14="http://schemas.microsoft.com/office/drawing/2010/main" val="0"/>
              </a:ext>
            </a:extLst>
          </a:blip>
          <a:srcRect l="9780" t="10655" b="4861"/>
          <a:stretch>
            <a:fillRect/>
          </a:stretch>
        </p:blipFill>
        <p:spPr>
          <a:xfrm>
            <a:off x="9923438" y="9163304"/>
            <a:ext cx="4687504" cy="2318280"/>
          </a:xfrm>
          <a:prstGeom prst="rect">
            <a:avLst/>
          </a:prstGeom>
        </p:spPr>
      </p:pic>
      <p:pic>
        <p:nvPicPr>
          <p:cNvPr id="19" name="Picture 18">
            <a:extLst>
              <a:ext uri="{FF2B5EF4-FFF2-40B4-BE49-F238E27FC236}">
                <a16:creationId xmlns:a16="http://schemas.microsoft.com/office/drawing/2014/main" id="{3BE05E08-87E9-6FDB-6F69-438CC6F37FA9}"/>
              </a:ext>
            </a:extLst>
          </p:cNvPr>
          <p:cNvPicPr>
            <a:picLocks noChangeAspect="1"/>
          </p:cNvPicPr>
          <p:nvPr/>
        </p:nvPicPr>
        <p:blipFill>
          <a:blip r:embed="rId5"/>
          <a:stretch>
            <a:fillRect/>
          </a:stretch>
        </p:blipFill>
        <p:spPr>
          <a:xfrm>
            <a:off x="533071" y="9163304"/>
            <a:ext cx="4419645" cy="2318280"/>
          </a:xfrm>
          <a:prstGeom prst="rect">
            <a:avLst/>
          </a:prstGeom>
        </p:spPr>
      </p:pic>
      <p:pic>
        <p:nvPicPr>
          <p:cNvPr id="21" name="Picture 20">
            <a:extLst>
              <a:ext uri="{FF2B5EF4-FFF2-40B4-BE49-F238E27FC236}">
                <a16:creationId xmlns:a16="http://schemas.microsoft.com/office/drawing/2014/main" id="{72B4A5C7-6B07-6C9A-E9F0-ED44E4EBDD46}"/>
              </a:ext>
            </a:extLst>
          </p:cNvPr>
          <p:cNvPicPr>
            <a:picLocks noChangeAspect="1"/>
          </p:cNvPicPr>
          <p:nvPr/>
        </p:nvPicPr>
        <p:blipFill>
          <a:blip r:embed="rId6"/>
          <a:stretch>
            <a:fillRect/>
          </a:stretch>
        </p:blipFill>
        <p:spPr>
          <a:xfrm>
            <a:off x="5230298" y="9163304"/>
            <a:ext cx="4415557" cy="2318280"/>
          </a:xfrm>
          <a:prstGeom prst="rect">
            <a:avLst/>
          </a:prstGeom>
        </p:spPr>
      </p:pic>
      <p:pic>
        <p:nvPicPr>
          <p:cNvPr id="25" name="Picture 24">
            <a:extLst>
              <a:ext uri="{FF2B5EF4-FFF2-40B4-BE49-F238E27FC236}">
                <a16:creationId xmlns:a16="http://schemas.microsoft.com/office/drawing/2014/main" id="{A26F2416-A6D5-ADE5-C49F-5F95B83AD491}"/>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89033" y="19060055"/>
            <a:ext cx="1763732" cy="2279589"/>
          </a:xfrm>
          <a:prstGeom prst="rect">
            <a:avLst/>
          </a:prstGeom>
        </p:spPr>
      </p:pic>
      <p:sp>
        <p:nvSpPr>
          <p:cNvPr id="9" name="TextBox 8">
            <a:extLst>
              <a:ext uri="{FF2B5EF4-FFF2-40B4-BE49-F238E27FC236}">
                <a16:creationId xmlns:a16="http://schemas.microsoft.com/office/drawing/2014/main" id="{11549785-F4DE-8A8C-8E6A-EBE7D7312363}"/>
              </a:ext>
            </a:extLst>
          </p:cNvPr>
          <p:cNvSpPr txBox="1"/>
          <p:nvPr/>
        </p:nvSpPr>
        <p:spPr>
          <a:xfrm>
            <a:off x="547786" y="11589926"/>
            <a:ext cx="4379156" cy="646331"/>
          </a:xfrm>
          <a:prstGeom prst="rect">
            <a:avLst/>
          </a:prstGeom>
          <a:solidFill>
            <a:schemeClr val="bg1">
              <a:alpha val="64000"/>
            </a:schemeClr>
          </a:solidFill>
          <a:ln>
            <a:solidFill>
              <a:schemeClr val="bg1"/>
            </a:solidFill>
          </a:ln>
        </p:spPr>
        <p:txBody>
          <a:bodyPr wrap="square" rtlCol="0">
            <a:spAutoFit/>
          </a:bodyPr>
          <a:lstStyle/>
          <a:p>
            <a:pPr algn="ctr"/>
            <a:r>
              <a:rPr lang="en-GB" sz="1800" i="1" dirty="0"/>
              <a:t>Figure 1: Focus strain symptom simulation with gaze interaction as active objective</a:t>
            </a:r>
          </a:p>
        </p:txBody>
      </p:sp>
      <p:sp>
        <p:nvSpPr>
          <p:cNvPr id="14" name="TextBox 13">
            <a:extLst>
              <a:ext uri="{FF2B5EF4-FFF2-40B4-BE49-F238E27FC236}">
                <a16:creationId xmlns:a16="http://schemas.microsoft.com/office/drawing/2014/main" id="{C4F74F37-9630-3FAF-C3F9-419609D97453}"/>
              </a:ext>
            </a:extLst>
          </p:cNvPr>
          <p:cNvSpPr txBox="1"/>
          <p:nvPr/>
        </p:nvSpPr>
        <p:spPr>
          <a:xfrm>
            <a:off x="5230297" y="11589924"/>
            <a:ext cx="4415557" cy="646331"/>
          </a:xfrm>
          <a:prstGeom prst="rect">
            <a:avLst/>
          </a:prstGeom>
          <a:solidFill>
            <a:schemeClr val="bg1">
              <a:alpha val="64000"/>
            </a:schemeClr>
          </a:solidFill>
          <a:ln>
            <a:solidFill>
              <a:schemeClr val="bg1"/>
            </a:solidFill>
          </a:ln>
        </p:spPr>
        <p:txBody>
          <a:bodyPr wrap="square" rtlCol="0">
            <a:spAutoFit/>
          </a:bodyPr>
          <a:lstStyle/>
          <a:p>
            <a:pPr algn="ctr"/>
            <a:r>
              <a:rPr lang="en-GB" sz="1800" i="1" dirty="0"/>
              <a:t>Figure 2: Desk setup with light switch interaction</a:t>
            </a:r>
          </a:p>
        </p:txBody>
      </p:sp>
      <p:sp>
        <p:nvSpPr>
          <p:cNvPr id="15" name="TextBox 14">
            <a:extLst>
              <a:ext uri="{FF2B5EF4-FFF2-40B4-BE49-F238E27FC236}">
                <a16:creationId xmlns:a16="http://schemas.microsoft.com/office/drawing/2014/main" id="{1D03B8AD-C3FF-4F18-8DF3-8C0F354B72F9}"/>
              </a:ext>
            </a:extLst>
          </p:cNvPr>
          <p:cNvSpPr txBox="1"/>
          <p:nvPr/>
        </p:nvSpPr>
        <p:spPr>
          <a:xfrm>
            <a:off x="10077612" y="11589925"/>
            <a:ext cx="4379156" cy="646331"/>
          </a:xfrm>
          <a:prstGeom prst="rect">
            <a:avLst/>
          </a:prstGeom>
          <a:solidFill>
            <a:schemeClr val="bg1">
              <a:alpha val="64000"/>
            </a:schemeClr>
          </a:solidFill>
          <a:ln>
            <a:solidFill>
              <a:schemeClr val="bg1"/>
            </a:solidFill>
          </a:ln>
        </p:spPr>
        <p:txBody>
          <a:bodyPr wrap="square" rtlCol="0">
            <a:spAutoFit/>
          </a:bodyPr>
          <a:lstStyle/>
          <a:p>
            <a:pPr algn="ctr"/>
            <a:r>
              <a:rPr lang="en-GB" sz="1800" i="1" dirty="0"/>
              <a:t>Figure 3: Eye fatigue simulation with green sphere target for objective progression</a:t>
            </a:r>
          </a:p>
        </p:txBody>
      </p:sp>
      <p:sp>
        <p:nvSpPr>
          <p:cNvPr id="17" name="TextBox 16">
            <a:extLst>
              <a:ext uri="{FF2B5EF4-FFF2-40B4-BE49-F238E27FC236}">
                <a16:creationId xmlns:a16="http://schemas.microsoft.com/office/drawing/2014/main" id="{28E7018E-612A-6DD1-411D-49A4C41A23E9}"/>
              </a:ext>
            </a:extLst>
          </p:cNvPr>
          <p:cNvSpPr txBox="1"/>
          <p:nvPr/>
        </p:nvSpPr>
        <p:spPr>
          <a:xfrm>
            <a:off x="2359941" y="19205545"/>
            <a:ext cx="12251001" cy="2008242"/>
          </a:xfrm>
          <a:prstGeom prst="rect">
            <a:avLst/>
          </a:prstGeom>
          <a:noFill/>
          <a:ln w="38100">
            <a:solidFill>
              <a:schemeClr val="bg1"/>
            </a:solidFill>
          </a:ln>
        </p:spPr>
        <p:txBody>
          <a:bodyPr wrap="square" rtlCol="0">
            <a:spAutoFit/>
          </a:bodyPr>
          <a:lstStyle/>
          <a:p>
            <a:r>
              <a:rPr lang="en-GB" sz="2400" b="1" u="sng" dirty="0">
                <a:solidFill>
                  <a:schemeClr val="bg1"/>
                </a:solidFill>
              </a:rPr>
              <a:t>References</a:t>
            </a:r>
            <a:endParaRPr lang="en-GB" sz="1000" b="1" u="sng" dirty="0">
              <a:solidFill>
                <a:schemeClr val="bg1"/>
              </a:solidFill>
            </a:endParaRPr>
          </a:p>
          <a:p>
            <a:pPr>
              <a:spcBef>
                <a:spcPts val="300"/>
              </a:spcBef>
            </a:pPr>
            <a:r>
              <a:rPr lang="en-GB" sz="1100" dirty="0">
                <a:solidFill>
                  <a:schemeClr val="bg1"/>
                </a:solidFill>
              </a:rPr>
              <a:t>Deterding, S., Dixon, D., Khaled, R. and Nacke, L. (2011) ‘From Game Design Elements to </a:t>
            </a:r>
            <a:r>
              <a:rPr lang="en-GB" sz="1100" dirty="0" err="1">
                <a:solidFill>
                  <a:schemeClr val="bg1"/>
                </a:solidFill>
              </a:rPr>
              <a:t>gamefulness</a:t>
            </a:r>
            <a:r>
              <a:rPr lang="en-GB" sz="1100" dirty="0">
                <a:solidFill>
                  <a:schemeClr val="bg1"/>
                </a:solidFill>
              </a:rPr>
              <a:t>: Defining “gamification”’. </a:t>
            </a:r>
            <a:r>
              <a:rPr lang="en-GB" sz="1100" i="1" dirty="0">
                <a:solidFill>
                  <a:schemeClr val="bg1"/>
                </a:solidFill>
              </a:rPr>
              <a:t>Proceedings of the 15th International Academic </a:t>
            </a:r>
            <a:r>
              <a:rPr lang="en-GB" sz="1100" i="1" dirty="0" err="1">
                <a:solidFill>
                  <a:schemeClr val="bg1"/>
                </a:solidFill>
              </a:rPr>
              <a:t>MindTrek</a:t>
            </a:r>
            <a:r>
              <a:rPr lang="en-GB" sz="1100" i="1" dirty="0">
                <a:solidFill>
                  <a:schemeClr val="bg1"/>
                </a:solidFill>
              </a:rPr>
              <a:t> Conference on Envisioning Future Media Environments - </a:t>
            </a:r>
            <a:r>
              <a:rPr lang="en-GB" sz="1100" i="1" dirty="0" err="1">
                <a:solidFill>
                  <a:schemeClr val="bg1"/>
                </a:solidFill>
              </a:rPr>
              <a:t>MindTrek</a:t>
            </a:r>
            <a:r>
              <a:rPr lang="en-GB" sz="1100" i="1" dirty="0">
                <a:solidFill>
                  <a:schemeClr val="bg1"/>
                </a:solidFill>
              </a:rPr>
              <a:t> ’11</a:t>
            </a:r>
            <a:r>
              <a:rPr lang="en-GB" sz="1100" dirty="0">
                <a:solidFill>
                  <a:schemeClr val="bg1"/>
                </a:solidFill>
              </a:rPr>
              <a:t> 11, pp. 9–15. </a:t>
            </a:r>
            <a:r>
              <a:rPr lang="en-GB" sz="1100" dirty="0" err="1">
                <a:solidFill>
                  <a:schemeClr val="bg1"/>
                </a:solidFill>
              </a:rPr>
              <a:t>doi</a:t>
            </a:r>
            <a:r>
              <a:rPr lang="en-GB" sz="1100" dirty="0">
                <a:solidFill>
                  <a:schemeClr val="bg1"/>
                </a:solidFill>
              </a:rPr>
              <a:t>: https://doi.org/10.1145/2181037.2181040.</a:t>
            </a:r>
          </a:p>
          <a:p>
            <a:pPr>
              <a:spcBef>
                <a:spcPts val="300"/>
              </a:spcBef>
            </a:pPr>
            <a:r>
              <a:rPr lang="en-GB" sz="1100" dirty="0">
                <a:solidFill>
                  <a:schemeClr val="bg1"/>
                </a:solidFill>
              </a:rPr>
              <a:t>Genov, A. (2005) ‘Iterative usability testing as continuous feedback: a control systems perspective’. </a:t>
            </a:r>
            <a:r>
              <a:rPr lang="en-GB" sz="1100" i="1" dirty="0">
                <a:solidFill>
                  <a:schemeClr val="bg1"/>
                </a:solidFill>
              </a:rPr>
              <a:t>J. Usability Studies</a:t>
            </a:r>
            <a:r>
              <a:rPr lang="en-GB" sz="1100" dirty="0">
                <a:solidFill>
                  <a:schemeClr val="bg1"/>
                </a:solidFill>
              </a:rPr>
              <a:t> 1(1), pp. 18–27. </a:t>
            </a:r>
            <a:r>
              <a:rPr lang="en-GB" sz="1100" dirty="0" err="1">
                <a:solidFill>
                  <a:schemeClr val="bg1"/>
                </a:solidFill>
              </a:rPr>
              <a:t>doi</a:t>
            </a:r>
            <a:r>
              <a:rPr lang="en-GB" sz="1100" dirty="0">
                <a:solidFill>
                  <a:schemeClr val="bg1"/>
                </a:solidFill>
              </a:rPr>
              <a:t>: https://dl.acm.org/doi/abs/10.5555/2835525.2835528.</a:t>
            </a:r>
          </a:p>
          <a:p>
            <a:pPr>
              <a:spcBef>
                <a:spcPts val="300"/>
              </a:spcBef>
            </a:pPr>
            <a:r>
              <a:rPr lang="en-GB" sz="1100" dirty="0">
                <a:solidFill>
                  <a:schemeClr val="bg1"/>
                </a:solidFill>
              </a:rPr>
              <a:t>Gibson Kimutai and Förster, A. (2024) ‘A User-Centred Interaction Design: A Holistic Approach’., pp. 468–475. </a:t>
            </a:r>
            <a:r>
              <a:rPr lang="en-GB" sz="1100" dirty="0" err="1">
                <a:solidFill>
                  <a:schemeClr val="bg1"/>
                </a:solidFill>
              </a:rPr>
              <a:t>doi</a:t>
            </a:r>
            <a:r>
              <a:rPr lang="en-GB" sz="1100" dirty="0">
                <a:solidFill>
                  <a:schemeClr val="bg1"/>
                </a:solidFill>
              </a:rPr>
              <a:t>: https://doi.org/10.1109/ghtc62424.2024.10771531.</a:t>
            </a:r>
          </a:p>
          <a:p>
            <a:pPr>
              <a:spcBef>
                <a:spcPts val="300"/>
              </a:spcBef>
            </a:pPr>
            <a:r>
              <a:rPr lang="en-GB" sz="1100" dirty="0">
                <a:solidFill>
                  <a:schemeClr val="bg1"/>
                </a:solidFill>
              </a:rPr>
              <a:t>Sheppard, A.L. and </a:t>
            </a:r>
            <a:r>
              <a:rPr lang="en-GB" sz="1100" dirty="0" err="1">
                <a:solidFill>
                  <a:schemeClr val="bg1"/>
                </a:solidFill>
              </a:rPr>
              <a:t>Wolffsohn</a:t>
            </a:r>
            <a:r>
              <a:rPr lang="en-GB" sz="1100" dirty="0">
                <a:solidFill>
                  <a:schemeClr val="bg1"/>
                </a:solidFill>
              </a:rPr>
              <a:t>, J.S. (2018) ‘Digital eye strain: prevalence, measurement and amelioration’. </a:t>
            </a:r>
            <a:r>
              <a:rPr lang="en-GB" sz="1100" i="1" dirty="0">
                <a:solidFill>
                  <a:schemeClr val="bg1"/>
                </a:solidFill>
              </a:rPr>
              <a:t>BMJ Open Ophthalmology</a:t>
            </a:r>
            <a:r>
              <a:rPr lang="en-GB" sz="1100" dirty="0">
                <a:solidFill>
                  <a:schemeClr val="bg1"/>
                </a:solidFill>
              </a:rPr>
              <a:t> 3(1), p. e000146. Available at: https://bmjophth.bmj.com/content/3/1/e000146.</a:t>
            </a:r>
          </a:p>
          <a:p>
            <a:pPr>
              <a:spcBef>
                <a:spcPts val="300"/>
              </a:spcBef>
            </a:pPr>
            <a:r>
              <a:rPr lang="en-GB" sz="1100" dirty="0">
                <a:solidFill>
                  <a:schemeClr val="bg1"/>
                </a:solidFill>
              </a:rPr>
              <a:t>Wu, B., Yu, X. and Gu, X. (2020) ‘Effectiveness of immersive virtual reality using head‐mounted displays on learning performance: A meta‐analysis’. </a:t>
            </a:r>
            <a:r>
              <a:rPr lang="en-GB" sz="1100" i="1" dirty="0">
                <a:solidFill>
                  <a:schemeClr val="bg1"/>
                </a:solidFill>
              </a:rPr>
              <a:t>British Journal of Educational Technology</a:t>
            </a:r>
            <a:r>
              <a:rPr lang="en-GB" sz="1100" dirty="0">
                <a:solidFill>
                  <a:schemeClr val="bg1"/>
                </a:solidFill>
              </a:rPr>
              <a:t> 51(6), pp. 1991–2005. </a:t>
            </a:r>
            <a:r>
              <a:rPr lang="en-GB" sz="1100" dirty="0" err="1">
                <a:solidFill>
                  <a:schemeClr val="bg1"/>
                </a:solidFill>
              </a:rPr>
              <a:t>doi</a:t>
            </a:r>
            <a:r>
              <a:rPr lang="en-GB" sz="1100" dirty="0">
                <a:solidFill>
                  <a:schemeClr val="bg1"/>
                </a:solidFill>
              </a:rPr>
              <a:t>: https://doi.org/10.1111/bjet.13023.</a:t>
            </a:r>
          </a:p>
        </p:txBody>
      </p:sp>
      <p:pic>
        <p:nvPicPr>
          <p:cNvPr id="23" name="Picture 22">
            <a:extLst>
              <a:ext uri="{FF2B5EF4-FFF2-40B4-BE49-F238E27FC236}">
                <a16:creationId xmlns:a16="http://schemas.microsoft.com/office/drawing/2014/main" id="{94EA6115-39F6-5856-4FDD-1C708838006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9473098" y="15636689"/>
            <a:ext cx="5095692" cy="2687263"/>
          </a:xfrm>
          <a:prstGeom prst="rect">
            <a:avLst/>
          </a:prstGeom>
        </p:spPr>
      </p:pic>
      <p:sp>
        <p:nvSpPr>
          <p:cNvPr id="24" name="TextBox 23">
            <a:extLst>
              <a:ext uri="{FF2B5EF4-FFF2-40B4-BE49-F238E27FC236}">
                <a16:creationId xmlns:a16="http://schemas.microsoft.com/office/drawing/2014/main" id="{19BA85FC-7C44-7077-70B7-B52F965A0AE3}"/>
              </a:ext>
            </a:extLst>
          </p:cNvPr>
          <p:cNvSpPr txBox="1"/>
          <p:nvPr/>
        </p:nvSpPr>
        <p:spPr>
          <a:xfrm>
            <a:off x="9831366" y="18474656"/>
            <a:ext cx="4379156" cy="369332"/>
          </a:xfrm>
          <a:prstGeom prst="rect">
            <a:avLst/>
          </a:prstGeom>
          <a:solidFill>
            <a:schemeClr val="bg1">
              <a:alpha val="64000"/>
            </a:schemeClr>
          </a:solidFill>
          <a:ln>
            <a:solidFill>
              <a:schemeClr val="bg1"/>
            </a:solidFill>
          </a:ln>
        </p:spPr>
        <p:txBody>
          <a:bodyPr wrap="square" rtlCol="0">
            <a:spAutoFit/>
          </a:bodyPr>
          <a:lstStyle/>
          <a:p>
            <a:pPr algn="ctr"/>
            <a:r>
              <a:rPr lang="en-GB" sz="1800" i="1" dirty="0"/>
              <a:t>Figure 4: Start menu environment</a:t>
            </a:r>
          </a:p>
        </p:txBody>
      </p:sp>
    </p:spTree>
    <p:extLst>
      <p:ext uri="{BB962C8B-B14F-4D97-AF65-F5344CB8AC3E}">
        <p14:creationId xmlns:p14="http://schemas.microsoft.com/office/powerpoint/2010/main" val="69707948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297</TotalTime>
  <Words>845</Words>
  <Application>Microsoft Office PowerPoint</Application>
  <PresentationFormat>Custom</PresentationFormat>
  <Paragraphs>62</Paragraphs>
  <Slides>1</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vt:i4>
      </vt:variant>
    </vt:vector>
  </HeadingPairs>
  <TitlesOfParts>
    <vt:vector size="6" baseType="lpstr">
      <vt:lpstr>Aptos</vt:lpstr>
      <vt:lpstr>Aptos Display</vt:lpstr>
      <vt:lpstr>Arial</vt:lpstr>
      <vt:lpstr>Wingdings</vt:lpstr>
      <vt:lpstr>Office Theme</vt:lpstr>
      <vt:lpstr>An Educational Virtual Reality Approach to Raising Awareness of Digital Eye Strain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 S (FCES)</dc:creator>
  <cp:lastModifiedBy>Ha S (FCES)</cp:lastModifiedBy>
  <cp:revision>170</cp:revision>
  <dcterms:created xsi:type="dcterms:W3CDTF">2026-03-10T11:07:46Z</dcterms:created>
  <dcterms:modified xsi:type="dcterms:W3CDTF">2026-03-20T10:08:24Z</dcterms:modified>
</cp:coreProperties>
</file>