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9" d="100"/>
          <a:sy n="49" d="100"/>
        </p:scale>
        <p:origin x="64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13/03/2026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834429"/>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53551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32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7149582"/>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95659"/>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895659"/>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9" name="Picture 8">
            <a:extLst>
              <a:ext uri="{FF2B5EF4-FFF2-40B4-BE49-F238E27FC236}">
                <a16:creationId xmlns:a16="http://schemas.microsoft.com/office/drawing/2014/main" id="{0C23F8B5-6FC1-0BEB-9776-4F00E37186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036" y="19683376"/>
            <a:ext cx="1295126" cy="1678914"/>
          </a:xfrm>
          <a:prstGeom prst="rect">
            <a:avLst/>
          </a:prstGeom>
        </p:spPr>
      </p:pic>
      <p:pic>
        <p:nvPicPr>
          <p:cNvPr id="14" name="Picture 13">
            <a:extLst>
              <a:ext uri="{FF2B5EF4-FFF2-40B4-BE49-F238E27FC236}">
                <a16:creationId xmlns:a16="http://schemas.microsoft.com/office/drawing/2014/main" id="{E91EC4BA-633C-84D8-470A-0A349FCA4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40351" y="19612329"/>
            <a:ext cx="1492246" cy="1771296"/>
          </a:xfrm>
          <a:prstGeom prst="rect">
            <a:avLst/>
          </a:prstGeom>
        </p:spPr>
      </p:pic>
      <p:sp>
        <p:nvSpPr>
          <p:cNvPr id="4" name="TextBox 3">
            <a:extLst>
              <a:ext uri="{FF2B5EF4-FFF2-40B4-BE49-F238E27FC236}">
                <a16:creationId xmlns:a16="http://schemas.microsoft.com/office/drawing/2014/main" id="{AC329035-6439-40C3-3460-748197047C90}"/>
              </a:ext>
            </a:extLst>
          </p:cNvPr>
          <p:cNvSpPr txBox="1"/>
          <p:nvPr/>
        </p:nvSpPr>
        <p:spPr>
          <a:xfrm>
            <a:off x="1418065" y="20072695"/>
            <a:ext cx="1480780" cy="400110"/>
          </a:xfrm>
          <a:prstGeom prst="rect">
            <a:avLst/>
          </a:prstGeom>
          <a:noFill/>
        </p:spPr>
        <p:txBody>
          <a:bodyPr wrap="square" rtlCol="0">
            <a:spAutoFit/>
          </a:bodyPr>
          <a:lstStyle/>
          <a:p>
            <a:r>
              <a:rPr lang="en-GB" sz="2000" dirty="0">
                <a:solidFill>
                  <a:schemeClr val="bg1"/>
                </a:solidFill>
              </a:rPr>
              <a:t>References</a:t>
            </a:r>
            <a:endParaRPr lang="en-GB" sz="2400" dirty="0">
              <a:solidFill>
                <a:schemeClr val="bg1"/>
              </a:solidFill>
            </a:endParaRPr>
          </a:p>
        </p:txBody>
      </p:sp>
      <p:sp>
        <p:nvSpPr>
          <p:cNvPr id="15" name="TextBox 14">
            <a:extLst>
              <a:ext uri="{FF2B5EF4-FFF2-40B4-BE49-F238E27FC236}">
                <a16:creationId xmlns:a16="http://schemas.microsoft.com/office/drawing/2014/main" id="{B012EC3E-46FF-E236-99D3-9BEE5FE7A7AC}"/>
              </a:ext>
            </a:extLst>
          </p:cNvPr>
          <p:cNvSpPr txBox="1"/>
          <p:nvPr/>
        </p:nvSpPr>
        <p:spPr>
          <a:xfrm>
            <a:off x="11589050" y="20036312"/>
            <a:ext cx="2224226" cy="400110"/>
          </a:xfrm>
          <a:prstGeom prst="rect">
            <a:avLst/>
          </a:prstGeom>
          <a:noFill/>
        </p:spPr>
        <p:txBody>
          <a:bodyPr wrap="square" rtlCol="0">
            <a:spAutoFit/>
          </a:bodyPr>
          <a:lstStyle/>
          <a:p>
            <a:r>
              <a:rPr lang="en-GB" sz="2000" dirty="0">
                <a:solidFill>
                  <a:schemeClr val="bg1"/>
                </a:solidFill>
                <a:sym typeface="Wingdings" panose="05000000000000000000" pitchFamily="2" charset="2"/>
              </a:rPr>
              <a:t>Project Repository</a:t>
            </a:r>
            <a:endParaRPr lang="en-GB" sz="2800" dirty="0">
              <a:solidFill>
                <a:schemeClr val="bg1"/>
              </a:solidFill>
            </a:endParaRP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TotalTime>
  <Words>432</Words>
  <Application>Microsoft Office PowerPoint</Application>
  <PresentationFormat>Custom</PresentationFormat>
  <Paragraphs>52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106</cp:revision>
  <dcterms:created xsi:type="dcterms:W3CDTF">2026-03-10T11:07:46Z</dcterms:created>
  <dcterms:modified xsi:type="dcterms:W3CDTF">2026-03-13T23:23:57Z</dcterms:modified>
</cp:coreProperties>
</file>