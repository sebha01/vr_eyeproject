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5119350" cy="21383625"/>
  <p:notesSz cx="6858000" cy="9144000"/>
  <p:defaultTextStyle>
    <a:defPPr>
      <a:defRPr lang="en-US"/>
    </a:defPPr>
    <a:lvl1pPr marL="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1pPr>
    <a:lvl2pPr marL="74491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2pPr>
    <a:lvl3pPr marL="148983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3pPr>
    <a:lvl4pPr marL="223474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4pPr>
    <a:lvl5pPr marL="2979664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5pPr>
    <a:lvl6pPr marL="372458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6pPr>
    <a:lvl7pPr marL="446949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7pPr>
    <a:lvl8pPr marL="521441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8pPr>
    <a:lvl9pPr marL="595932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4" d="100"/>
          <a:sy n="44" d="100"/>
        </p:scale>
        <p:origin x="11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7807-0E85-C377-5545-69C3E9005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2"/>
            <a:ext cx="11339513" cy="7444669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992727-F301-F3A2-1D89-5C99C592F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4"/>
            <a:ext cx="11339513" cy="5162758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2D930-767E-E591-B7C5-0A503362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CD54-716C-8850-EF98-6F67559D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70FA1-5CA2-BC18-2B72-7981F18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2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AFF5-C2EA-B26B-1C3A-A97F2423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AF97A-C5C3-E05D-2A20-32B7341B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AF6C-9B5A-7E4F-EE5F-E7CF25CC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7232F-6978-1749-A8C0-BA8DA50B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D39DF-7A7C-9C42-2D42-2D452DC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67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51EDE-2D12-A729-C55E-98CACC66F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2" y="5331061"/>
            <a:ext cx="13040439" cy="8894992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28A2F-C846-7DF1-6F0C-80DEB2827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2" y="14310204"/>
            <a:ext cx="13040439" cy="467766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A5BF-9718-881F-4ADD-65392EB1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2F668-E0AD-2D95-CF5A-972504675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B31C9-4740-32DB-1071-01F4FF57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414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6C38-B5B6-A2A9-F685-5BA9EBBF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7E5B-A3DC-E52A-9323-72C30EBC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6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5D653-C3FA-7C64-021B-89AE165B8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2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D3C73-080B-4EB1-F1B1-CC2D378D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68FD4-4754-2A96-5B99-32EB9A9C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2B9C8-3F0D-4D27-DDC6-960C8BD7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4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78F-4D53-136E-2444-4F2DF5DF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D5A08-E723-BBAD-7172-5A7F5CCFA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7" y="5241961"/>
            <a:ext cx="6396193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A214FE-86C7-2A68-6E36-1115EC283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7" y="7810963"/>
            <a:ext cx="6396193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D57C-499A-8195-5043-E4849AF1BE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1"/>
            <a:ext cx="6427694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51D69F-3D2B-76CE-50F5-942E379B6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4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FD99B-C078-5FE5-C0CD-1CF9806D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D52FC-D2AE-03A9-B6CA-83782ACFB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DBBD-D207-9A39-810A-7CC5C3D2D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82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46F0-AF48-5E32-F651-7CF4691A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7B1548-9217-3C1F-E405-77F6575A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5716E-ECFF-B662-FC5A-A7E0A3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D7C05-0D5C-98DF-2B0E-3CF98CF0B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458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A09C8F-17F7-A368-B412-CC4BB853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6A4DE3-BF56-2C2A-E9E0-176EDF39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24595-8892-D9C9-5F85-E081BD00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94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EF62-22A8-7A3E-21F7-9FC82E7D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C4F1-6D42-A46E-0D47-E15C26E71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94444-1C87-9E21-2060-71D96721E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CB22F-DD4B-15EB-7174-3252C7840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D6EEB-8619-643F-72D9-1E6C6C8A6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B187F-D8BB-BDBF-57EA-438DD630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0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02B9-F747-608D-33EB-96305E58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56DDA9-1F72-452C-F074-F1A89BBBE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7C1A2-E9D3-906E-608E-5AC358B7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9990F-00F5-9EAE-DFCC-F49A34FE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A2C99-2CCE-EB06-6777-22489263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4E3C-43B4-149C-D1C9-27B78A72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3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DFA5-883E-A7FA-02A4-4FFA0E92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0E638-4631-40B8-2675-1C9038AA05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7EA9D-B571-D1D0-7D85-9B599CF1C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BF1DE-7927-60DF-01C3-2A5A490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3C88-37DB-C99E-D993-BFF0C340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222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F7ABF9-EC95-8F9D-E29B-B8E76A041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6" y="1138481"/>
            <a:ext cx="3260110" cy="181216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0A619-24CA-1964-3FF2-DF84ED8D8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7" y="1138481"/>
            <a:ext cx="9591337" cy="181216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61B1-F4B0-B3E0-1DE2-95D0565DE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73F-23E3-D7D6-937D-01A3BEF2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FF3B-FC1C-7D78-815F-9B280867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42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DD28C-1CA9-C8CE-62CE-8D5D02B20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7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F96C2-C7C5-CE36-128D-9CD944AD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7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1C26E-DFA9-99AB-F62A-7EE37F9B9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6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E1370-8C76-A733-BCC7-33EBF42721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6" y="19819454"/>
            <a:ext cx="5102781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2114-69A4-535D-A04D-C74C83495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2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54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0C88-6D28-1F2A-D30F-0E65B0AB3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740" y="302926"/>
            <a:ext cx="14455303" cy="687930"/>
          </a:xfrm>
        </p:spPr>
        <p:txBody>
          <a:bodyPr>
            <a:noAutofit/>
          </a:bodyPr>
          <a:lstStyle/>
          <a:p>
            <a:r>
              <a:rPr lang="en-GB" sz="3200" dirty="0"/>
              <a:t>An Educational Virtual Reality Approach to Raising Awareness of Digital Eye Strain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8EEA4-8FDA-FE78-9D61-B8AB8F5A4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0197" y="1146499"/>
            <a:ext cx="10076387" cy="687930"/>
          </a:xfrm>
        </p:spPr>
        <p:txBody>
          <a:bodyPr/>
          <a:lstStyle/>
          <a:p>
            <a:r>
              <a:rPr lang="en-GB" dirty="0"/>
              <a:t>Supervisor – Alun King	30077548 – Sebastian Ha	30077548@students.southwales.ac.uk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2D2999B-02E1-D5B3-F30A-EA38B7D8A594}"/>
              </a:ext>
            </a:extLst>
          </p:cNvPr>
          <p:cNvCxnSpPr/>
          <p:nvPr/>
        </p:nvCxnSpPr>
        <p:spPr>
          <a:xfrm>
            <a:off x="505836" y="1834429"/>
            <a:ext cx="14105107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714C50-EA7B-FC0B-7D69-98523D9491E4}"/>
              </a:ext>
            </a:extLst>
          </p:cNvPr>
          <p:cNvCxnSpPr/>
          <p:nvPr/>
        </p:nvCxnSpPr>
        <p:spPr>
          <a:xfrm>
            <a:off x="505835" y="19535515"/>
            <a:ext cx="14105107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2959EDA-D5FA-6039-8105-C10A65111E40}"/>
              </a:ext>
            </a:extLst>
          </p:cNvPr>
          <p:cNvSpPr txBox="1"/>
          <p:nvPr/>
        </p:nvSpPr>
        <p:spPr>
          <a:xfrm>
            <a:off x="505835" y="2159539"/>
            <a:ext cx="6792478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Problem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Aims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898E7-1F51-F05E-1946-AF27DBBA9962}"/>
              </a:ext>
            </a:extLst>
          </p:cNvPr>
          <p:cNvSpPr txBox="1"/>
          <p:nvPr/>
        </p:nvSpPr>
        <p:spPr>
          <a:xfrm>
            <a:off x="7821038" y="2159539"/>
            <a:ext cx="6747751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/>
              <a:t>Results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F50158-F9C9-524A-19D2-DF601C3CC995}"/>
              </a:ext>
            </a:extLst>
          </p:cNvPr>
          <p:cNvSpPr txBox="1"/>
          <p:nvPr/>
        </p:nvSpPr>
        <p:spPr>
          <a:xfrm>
            <a:off x="7821037" y="7834852"/>
            <a:ext cx="6747751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Conclusion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36118-621A-11A8-2DF2-A76561E9AAE6}"/>
              </a:ext>
            </a:extLst>
          </p:cNvPr>
          <p:cNvSpPr txBox="1"/>
          <p:nvPr/>
        </p:nvSpPr>
        <p:spPr>
          <a:xfrm>
            <a:off x="505835" y="13724093"/>
            <a:ext cx="6792478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Development Process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16A9FA-50CD-BDF4-C168-DAED2BFC33A4}"/>
              </a:ext>
            </a:extLst>
          </p:cNvPr>
          <p:cNvSpPr txBox="1"/>
          <p:nvPr/>
        </p:nvSpPr>
        <p:spPr>
          <a:xfrm>
            <a:off x="7821038" y="13724093"/>
            <a:ext cx="6747751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Future Work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39</Words>
  <Application>Microsoft Office PowerPoint</Application>
  <PresentationFormat>Custom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An Educational Virtual Reality Approach to Raising Awareness of Digital Eye Strain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 (FCES)</dc:creator>
  <cp:lastModifiedBy>Ha S (FCES)</cp:lastModifiedBy>
  <cp:revision>13</cp:revision>
  <dcterms:created xsi:type="dcterms:W3CDTF">2026-03-10T11:07:46Z</dcterms:created>
  <dcterms:modified xsi:type="dcterms:W3CDTF">2026-03-13T13:44:49Z</dcterms:modified>
</cp:coreProperties>
</file>