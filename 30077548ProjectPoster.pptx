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10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6F7713A-7D48-6BF1-B533-E5E684632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5" r="10580"/>
          <a:stretch>
            <a:fillRect/>
          </a:stretch>
        </p:blipFill>
        <p:spPr>
          <a:xfrm>
            <a:off x="27836" y="11272518"/>
            <a:ext cx="15091514" cy="8124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45E572-F27D-A705-66B6-8BED2357BA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2049361"/>
            <a:ext cx="15063678" cy="92231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740" y="302926"/>
            <a:ext cx="14455303" cy="687930"/>
          </a:xfrm>
          <a:noFill/>
        </p:spPr>
        <p:txBody>
          <a:bodyPr>
            <a:no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An Educational Virtual Reality Approach to Raising Awareness of Digital Eye Strain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0197" y="1146499"/>
            <a:ext cx="10076387" cy="68793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Supervisor – Alun King	30077548 – Sebastian Ha	30077548@students.southwales.ac.uk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2D2999B-02E1-D5B3-F30A-EA38B7D8A594}"/>
              </a:ext>
            </a:extLst>
          </p:cNvPr>
          <p:cNvCxnSpPr/>
          <p:nvPr/>
        </p:nvCxnSpPr>
        <p:spPr>
          <a:xfrm>
            <a:off x="505836" y="1834429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714C50-EA7B-FC0B-7D69-98523D9491E4}"/>
              </a:ext>
            </a:extLst>
          </p:cNvPr>
          <p:cNvCxnSpPr/>
          <p:nvPr/>
        </p:nvCxnSpPr>
        <p:spPr>
          <a:xfrm>
            <a:off x="505835" y="19535515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2959EDA-D5FA-6039-8105-C10A65111E40}"/>
              </a:ext>
            </a:extLst>
          </p:cNvPr>
          <p:cNvSpPr txBox="1"/>
          <p:nvPr/>
        </p:nvSpPr>
        <p:spPr>
          <a:xfrm>
            <a:off x="505835" y="2159539"/>
            <a:ext cx="6850844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Problem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Aims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898E7-1F51-F05E-1946-AF27DBBA9962}"/>
              </a:ext>
            </a:extLst>
          </p:cNvPr>
          <p:cNvSpPr txBox="1"/>
          <p:nvPr/>
        </p:nvSpPr>
        <p:spPr>
          <a:xfrm>
            <a:off x="7834678" y="2159539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Results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50158-F9C9-524A-19D2-DF601C3CC995}"/>
              </a:ext>
            </a:extLst>
          </p:cNvPr>
          <p:cNvSpPr txBox="1"/>
          <p:nvPr/>
        </p:nvSpPr>
        <p:spPr>
          <a:xfrm>
            <a:off x="7834677" y="7937596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Conclusion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36118-621A-11A8-2DF2-A76561E9AAE6}"/>
              </a:ext>
            </a:extLst>
          </p:cNvPr>
          <p:cNvSpPr txBox="1"/>
          <p:nvPr/>
        </p:nvSpPr>
        <p:spPr>
          <a:xfrm>
            <a:off x="505834" y="13724093"/>
            <a:ext cx="6850845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Development Process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6A9FA-50CD-BDF4-C168-DAED2BFC33A4}"/>
              </a:ext>
            </a:extLst>
          </p:cNvPr>
          <p:cNvSpPr txBox="1"/>
          <p:nvPr/>
        </p:nvSpPr>
        <p:spPr>
          <a:xfrm>
            <a:off x="7834676" y="13724093"/>
            <a:ext cx="6734113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Future Work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23F8B5-6FC1-0BEB-9776-4F00E37186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19673634"/>
            <a:ext cx="1295126" cy="16789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EC4BA-633C-84D8-470A-0A349FCA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9268" y="19612329"/>
            <a:ext cx="1492246" cy="177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39</Words>
  <Application>Microsoft Office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An Educational Virtual Reality Approach to Raising Awareness of Digital Eye Strain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20</cp:revision>
  <dcterms:created xsi:type="dcterms:W3CDTF">2026-03-10T11:07:46Z</dcterms:created>
  <dcterms:modified xsi:type="dcterms:W3CDTF">2026-03-13T15:04:38Z</dcterms:modified>
</cp:coreProperties>
</file>